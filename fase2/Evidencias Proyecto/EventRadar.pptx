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8229600" cx="14630400"/>
  <p:notesSz cx="8229600" cy="14630400"/>
  <p:embeddedFontLst>
    <p:embeddedFont>
      <p:font typeface="Nunito SemiBold"/>
      <p:regular r:id="rId35"/>
      <p:bold r:id="rId36"/>
      <p:italic r:id="rId37"/>
      <p:boldItalic r:id="rId38"/>
    </p:embeddedFont>
    <p:embeddedFont>
      <p:font typeface="Play"/>
      <p:regular r:id="rId39"/>
      <p:bold r:id="rId40"/>
    </p:embeddedFont>
    <p:embeddedFont>
      <p:font typeface="Nunito"/>
      <p:regular r:id="rId41"/>
      <p:bold r:id="rId42"/>
      <p:italic r:id="rId43"/>
      <p:boldItalic r:id="rId44"/>
    </p:embeddedFont>
    <p:embeddedFont>
      <p:font typeface="Poppins"/>
      <p:regular r:id="rId45"/>
      <p:bold r:id="rId46"/>
      <p:italic r:id="rId47"/>
      <p:boldItalic r:id="rId48"/>
    </p:embeddedFont>
    <p:embeddedFont>
      <p:font typeface="Bebas Neue"/>
      <p:regular r:id="rId49"/>
    </p:embeddedFont>
    <p:embeddedFont>
      <p:font typeface="PT Sans"/>
      <p:regular r:id="rId50"/>
      <p:bold r:id="rId51"/>
      <p:italic r:id="rId52"/>
      <p:boldItalic r:id="rId53"/>
    </p:embeddedFont>
    <p:embeddedFont>
      <p:font typeface="Poppins ExtraBold"/>
      <p:bold r:id="rId54"/>
      <p:boldItalic r:id="rId55"/>
    </p:embeddedFont>
    <p:embeddedFont>
      <p:font typeface="DM Sans"/>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0" roundtripDataSignature="AMtx7mjKbbKKkmIqXDYoNkIlU0bEg9bgm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4" name="DIEGO . VALENZUELA CARRIZO"/>
  <p:cmAuthor clrIdx="1" id="1" initials="" lastIdx="1" name="IVAN . DIAZ VEGA"/>
  <p:cmAuthor clrIdx="2" id="2" initials="" lastIdx="2" name="ALEJANDRO . TRONCOSO VICU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EE0967-036B-4C04-A855-FDE9F875AABE}">
  <a:tblStyle styleId="{AAEE0967-036B-4C04-A855-FDE9F875AABE}"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lay-bold.fntdata"/><Relationship Id="rId42" Type="http://schemas.openxmlformats.org/officeDocument/2006/relationships/font" Target="fonts/Nunito-bold.fntdata"/><Relationship Id="rId41" Type="http://schemas.openxmlformats.org/officeDocument/2006/relationships/font" Target="fonts/Nunito-regular.fntdata"/><Relationship Id="rId44" Type="http://schemas.openxmlformats.org/officeDocument/2006/relationships/font" Target="fonts/Nunito-boldItalic.fntdata"/><Relationship Id="rId43" Type="http://schemas.openxmlformats.org/officeDocument/2006/relationships/font" Target="fonts/Nunito-italic.fntdata"/><Relationship Id="rId46" Type="http://schemas.openxmlformats.org/officeDocument/2006/relationships/font" Target="fonts/Poppins-bold.fntdata"/><Relationship Id="rId45" Type="http://schemas.openxmlformats.org/officeDocument/2006/relationships/font" Target="fonts/Poppi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Poppins-boldItalic.fntdata"/><Relationship Id="rId47" Type="http://schemas.openxmlformats.org/officeDocument/2006/relationships/font" Target="fonts/Poppins-italic.fntdata"/><Relationship Id="rId49" Type="http://schemas.openxmlformats.org/officeDocument/2006/relationships/font" Target="fonts/BebasNeu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NunitoSemiBold-regular.fntdata"/><Relationship Id="rId34" Type="http://schemas.openxmlformats.org/officeDocument/2006/relationships/slide" Target="slides/slide28.xml"/><Relationship Id="rId37" Type="http://schemas.openxmlformats.org/officeDocument/2006/relationships/font" Target="fonts/NunitoSemiBold-italic.fntdata"/><Relationship Id="rId36" Type="http://schemas.openxmlformats.org/officeDocument/2006/relationships/font" Target="fonts/NunitoSemiBold-bold.fntdata"/><Relationship Id="rId39" Type="http://schemas.openxmlformats.org/officeDocument/2006/relationships/font" Target="fonts/Play-regular.fntdata"/><Relationship Id="rId38" Type="http://schemas.openxmlformats.org/officeDocument/2006/relationships/font" Target="fonts/NunitoSemiBold-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customschemas.google.com/relationships/presentationmetadata" Target="meta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TSans-bold.fntdata"/><Relationship Id="rId50" Type="http://schemas.openxmlformats.org/officeDocument/2006/relationships/font" Target="fonts/PTSans-regular.fntdata"/><Relationship Id="rId53" Type="http://schemas.openxmlformats.org/officeDocument/2006/relationships/font" Target="fonts/PTSans-boldItalic.fntdata"/><Relationship Id="rId52" Type="http://schemas.openxmlformats.org/officeDocument/2006/relationships/font" Target="fonts/PTSans-italic.fntdata"/><Relationship Id="rId11" Type="http://schemas.openxmlformats.org/officeDocument/2006/relationships/slide" Target="slides/slide5.xml"/><Relationship Id="rId55" Type="http://schemas.openxmlformats.org/officeDocument/2006/relationships/font" Target="fonts/PoppinsExtraBold-boldItalic.fntdata"/><Relationship Id="rId10" Type="http://schemas.openxmlformats.org/officeDocument/2006/relationships/slide" Target="slides/slide4.xml"/><Relationship Id="rId54" Type="http://schemas.openxmlformats.org/officeDocument/2006/relationships/font" Target="fonts/PoppinsExtraBold-bold.fntdata"/><Relationship Id="rId13" Type="http://schemas.openxmlformats.org/officeDocument/2006/relationships/slide" Target="slides/slide7.xml"/><Relationship Id="rId57" Type="http://schemas.openxmlformats.org/officeDocument/2006/relationships/font" Target="fonts/DMSans-bold.fntdata"/><Relationship Id="rId12" Type="http://schemas.openxmlformats.org/officeDocument/2006/relationships/slide" Target="slides/slide6.xml"/><Relationship Id="rId56" Type="http://schemas.openxmlformats.org/officeDocument/2006/relationships/font" Target="fonts/DMSans-regular.fntdata"/><Relationship Id="rId15" Type="http://schemas.openxmlformats.org/officeDocument/2006/relationships/slide" Target="slides/slide9.xml"/><Relationship Id="rId59" Type="http://schemas.openxmlformats.org/officeDocument/2006/relationships/font" Target="fonts/DMSans-boldItalic.fntdata"/><Relationship Id="rId14" Type="http://schemas.openxmlformats.org/officeDocument/2006/relationships/slide" Target="slides/slide8.xml"/><Relationship Id="rId58" Type="http://schemas.openxmlformats.org/officeDocument/2006/relationships/font" Target="fonts/DMSans-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20T01:34:34.960">
    <p:pos x="6000" y="0"/>
    <p:text>Alejandro</p:text>
    <p:extLst>
      <p:ext uri="{C676402C-5697-4E1C-873F-D02D1690AC5C}">
        <p15:threadingInfo timeZoneBias="0"/>
      </p:ext>
      <p:ext uri="http://customooxmlschemas.google.com/">
        <go:slidesCustomData xmlns:go="http://customooxmlschemas.google.com/" commentPostId="AAABwhiHJ7g"/>
      </p:ext>
    </p:extLst>
  </p:cm>
  <p:cm authorId="1" idx="1" dt="2025-11-20T01:37:50.386">
    <p:pos x="6000" y="100"/>
    <p:text>Esta es la tabla de contenidos que abordamos en nuestra presentacion</p:text>
    <p:extLst>
      <p:ext uri="{C676402C-5697-4E1C-873F-D02D1690AC5C}">
        <p15:threadingInfo timeZoneBias="0"/>
      </p:ext>
      <p:ext uri="http://customooxmlschemas.google.com/">
        <go:slidesCustomData xmlns:go="http://customooxmlschemas.google.com/" commentPostId="AAABwhgTpO4"/>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17T21:25:21.900">
    <p:pos x="6000" y="0"/>
    <p:text>Hay que separar el problema del contexto</p:text>
    <p:extLst>
      <p:ext uri="{C676402C-5697-4E1C-873F-D02D1690AC5C}">
        <p15:threadingInfo timeZoneBias="0"/>
      </p:ext>
      <p:ext uri="http://customooxmlschemas.google.com/">
        <go:slidesCustomData xmlns:go="http://customooxmlschemas.google.com/" commentPostId="AAABwcqW5VM"/>
      </p:ext>
    </p:extLst>
  </p:cm>
  <p:cm authorId="0" idx="3" dt="2025-11-20T01:34:58.274">
    <p:pos x="6000" y="100"/>
    <p:text>Alejandro</p:text>
    <p:extLst>
      <p:ext uri="{C676402C-5697-4E1C-873F-D02D1690AC5C}">
        <p15:threadingInfo timeZoneBias="0"/>
      </p:ext>
      <p:ext uri="http://customooxmlschemas.google.com/">
        <go:slidesCustomData xmlns:go="http://customooxmlschemas.google.com/" commentPostId="AAABwhiHJ7k"/>
      </p:ext>
    </p:extLst>
  </p:cm>
  <p:cm authorId="2" idx="1" dt="2025-11-19T23:26:48.898">
    <p:pos x="6000" y="200"/>
    <p:text>Como experiencia de uno de los miembros, asistiendo a actividades locales, noto que la información sobre eventos estaba distribuida en distintas plataformas: redes sociales, afiches físicos y cuentas aisladas de distintos organizadores. Esta dispersión hace difícil enterarse a tiempo de la oferta cultural, deportiva y social disponible en la ciudad.</p:text>
    <p:extLst>
      <p:ext uri="{C676402C-5697-4E1C-873F-D02D1690AC5C}">
        <p15:threadingInfo timeZoneBias="0"/>
      </p:ext>
      <p:ext uri="http://customooxmlschemas.google.com/">
        <go:slidesCustomData xmlns:go="http://customooxmlschemas.google.com/" commentPostId="AAABwhgTOAk"/>
      </p:ext>
    </p:extLst>
  </p:cm>
  <p:cm authorId="0" idx="4" dt="2025-11-17T21:25:51.561">
    <p:pos x="6000" y="300"/>
    <p:text>Indicar en que entorno se envuelve el proyecto</p:text>
    <p:extLst>
      <p:ext uri="{C676402C-5697-4E1C-873F-D02D1690AC5C}">
        <p15:threadingInfo timeZoneBias="0"/>
      </p:ext>
      <p:ext uri="http://customooxmlschemas.google.com/">
        <go:slidesCustomData xmlns:go="http://customooxmlschemas.google.com/" commentPostId="AAABwcqW5VQ"/>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2" dt="2025-11-19T23:28:56.864">
    <p:pos x="477" y="1277"/>
    <p:text>Debido a que la información no está centralizada, es fácil perderse eventos interesantes o enterarse demasiado tarde. No existe una plataforma única que permita visualizar todos los eventos cercanos en un mapa, filtrarlos y recibir alertas oportunas.
Esto afecta tanto a los ciudadanos, que no encuentran actividades fácilmente, como a los organizadores, que tienen dificultades para alcanzar a su público.</p:text>
    <p:extLst>
      <p:ext uri="{C676402C-5697-4E1C-873F-D02D1690AC5C}">
        <p15:threadingInfo timeZoneBias="0"/>
      </p:ext>
      <p:ext uri="http://customooxmlschemas.google.com/">
        <go:slidesCustomData xmlns:go="http://customooxmlschemas.google.com/" commentPostId="AAABwhgTOA0"/>
      </p:ext>
    </p:extLst>
  </p:cm>
  <p:cm authorId="0" idx="5" dt="2025-11-17T21:29:23.576">
    <p:pos x="6000" y="0"/>
    <p:text>Idealmente agregar cifras para nutrir la problemática</p:text>
    <p:extLst>
      <p:ext uri="{C676402C-5697-4E1C-873F-D02D1690AC5C}">
        <p15:threadingInfo timeZoneBias="0"/>
      </p:ext>
      <p:ext uri="http://customooxmlschemas.google.com/">
        <go:slidesCustomData xmlns:go="http://customooxmlschemas.google.com/" commentPostId="AAABwcqW5VY"/>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11-17T21:30:22.000">
    <p:pos x="6000" y="0"/>
    <p:text>Después de la Problemática se debe incluir lamina de necesidad</p:text>
    <p:extLst>
      <p:ext uri="{C676402C-5697-4E1C-873F-D02D1690AC5C}">
        <p15:threadingInfo timeZoneBias="0"/>
      </p:ext>
      <p:ext uri="http://customooxmlschemas.google.com/">
        <go:slidesCustomData xmlns:go="http://customooxmlschemas.google.com/" commentPostId="AAABwcqW5Vg"/>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11-17T21:33:40.491">
    <p:pos x="6000" y="0"/>
    <p:text>Posterior a la solución deben estar los requisitos funcionales y no funcionales</p:text>
    <p:extLst>
      <p:ext uri="{C676402C-5697-4E1C-873F-D02D1690AC5C}">
        <p15:threadingInfo timeZoneBias="0"/>
      </p:ext>
      <p:ext uri="http://customooxmlschemas.google.com/">
        <go:slidesCustomData xmlns:go="http://customooxmlschemas.google.com/" commentPostId="AAABwcrqP3s"/>
      </p:ext>
    </p:extLst>
  </p:cm>
  <p:cm authorId="0" idx="8" dt="2025-11-17T21:31:22.789">
    <p:pos x="6000" y="100"/>
    <p:text>Indicar el nombre de la solución EVENT RADAR</p:text>
    <p:extLst>
      <p:ext uri="{C676402C-5697-4E1C-873F-D02D1690AC5C}">
        <p15:threadingInfo timeZoneBias="0"/>
      </p:ext>
      <p:ext uri="http://customooxmlschemas.google.com/">
        <go:slidesCustomData xmlns:go="http://customooxmlschemas.google.com/" commentPostId="AAABwcrqP3o"/>
      </p:ext>
    </p:extLst>
  </p:cm>
  <p:cm authorId="0" idx="9" dt="2025-11-17T21:24:17.748">
    <p:pos x="6000" y="200"/>
    <p:text>Todas las laminas tienen que ir con numero</p:text>
    <p:extLst>
      <p:ext uri="{C676402C-5697-4E1C-873F-D02D1690AC5C}">
        <p15:threadingInfo timeZoneBias="0"/>
      </p:ext>
      <p:ext uri="http://customooxmlschemas.google.com/">
        <go:slidesCustomData xmlns:go="http://customooxmlschemas.google.com/" commentPostId="AAABwcqW5VI"/>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5-11-21T20:49:44.811">
    <p:pos x="6000" y="0"/>
    <p:text>Una vez definida la solución que proponemos con EventRadar, el siguiente paso fue establecer qué funcionalidades debía cumplir la aplicación para responder a las necesidades reales de usuarios</p:text>
    <p:extLst>
      <p:ext uri="{C676402C-5697-4E1C-873F-D02D1690AC5C}">
        <p15:threadingInfo timeZoneBias="0"/>
      </p:ext>
      <p:ext uri="http://customooxmlschemas.google.com/">
        <go:slidesCustomData xmlns:go="http://customooxmlschemas.google.com/" commentPostId="AAABwmMMe-0"/>
      </p:ext>
    </p:extLs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1" dt="2025-11-17T21:35:46.245">
    <p:pos x="6000" y="0"/>
    <p:text>Arquitectura luego de RF Y RNF</p:text>
    <p:extLst>
      <p:ext uri="{C676402C-5697-4E1C-873F-D02D1690AC5C}">
        <p15:threadingInfo timeZoneBias="0"/>
      </p:ext>
      <p:ext uri="http://customooxmlschemas.google.com/">
        <go:slidesCustomData xmlns:go="http://customooxmlschemas.google.com/" commentPostId="AAABwcrqP3w"/>
      </p:ext>
    </p:extLs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2" dt="2025-11-17T21:37:23.980">
    <p:pos x="6000" y="0"/>
    <p:text>El modelo de datos debe ir luego de la arquitectura</p:text>
    <p:extLst>
      <p:ext uri="{C676402C-5697-4E1C-873F-D02D1690AC5C}">
        <p15:threadingInfo timeZoneBias="0"/>
      </p:ext>
      <p:ext uri="http://customooxmlschemas.google.com/">
        <go:slidesCustomData xmlns:go="http://customooxmlschemas.google.com/" commentPostId="AAABwcrqP34"/>
      </p:ext>
    </p:extLs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3" dt="2025-11-17T21:42:03.509">
    <p:pos x="6000" y="0"/>
    <p:text>Agregar Sprint backlog</p:text>
    <p:extLst>
      <p:ext uri="{C676402C-5697-4E1C-873F-D02D1690AC5C}">
        <p15:threadingInfo timeZoneBias="0"/>
      </p:ext>
      <p:ext uri="http://customooxmlschemas.google.com/">
        <go:slidesCustomData xmlns:go="http://customooxmlschemas.google.com/" commentPostId="AAABwcrqP4E"/>
      </p:ext>
    </p:extLst>
  </p:cm>
  <p:cm authorId="0" idx="14" dt="2025-11-17T21:39:33.472">
    <p:pos x="6000" y="100"/>
    <p:text>Evidencias posterior a las metodologías</p:text>
    <p:extLst>
      <p:ext uri="{C676402C-5697-4E1C-873F-D02D1690AC5C}">
        <p15:threadingInfo timeZoneBias="0"/>
      </p:ext>
      <p:ext uri="http://customooxmlschemas.google.com/">
        <go:slidesCustomData xmlns:go="http://customooxmlschemas.google.com/" commentPostId="AAABwcrqP3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6" name="Google Shape;206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67" name="Google Shape;206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6" name="Google Shape;207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77" name="Google Shape;207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2" name="Google Shape;213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33" name="Google Shape;213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1" name="Google Shape;214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42" name="Google Shape;214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3a546d5887e_1_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151" name="Google Shape;2151;g3a546d5887e_1_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9" name="Google Shape;215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60" name="Google Shape;216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g3a385751237_1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3" name="Google Shape;2173;g3a385751237_1_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74" name="Google Shape;2174;g3a385751237_1_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3a546d5887e_5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8" name="Google Shape;2198;g3a546d5887e_5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99" name="Google Shape;2199;g3a546d5887e_5_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3a3505be5ed_1_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6" name="Google Shape;2226;g3a3505be5ed_1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27" name="Google Shape;2227;g3a3505be5ed_1_1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9" name="Shape 2249"/>
        <p:cNvGrpSpPr/>
        <p:nvPr/>
      </p:nvGrpSpPr>
      <p:grpSpPr>
        <a:xfrm>
          <a:off x="0" y="0"/>
          <a:ext cx="0" cy="0"/>
          <a:chOff x="0" y="0"/>
          <a:chExt cx="0" cy="0"/>
        </a:xfrm>
      </p:grpSpPr>
      <p:sp>
        <p:nvSpPr>
          <p:cNvPr id="2250" name="Google Shape;2250;g3a3505be5ed_1_1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1" name="Google Shape;2251;g3a3505be5ed_1_1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52" name="Google Shape;2252;g3a3505be5ed_1_1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9" name="Google Shape;227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80" name="Google Shape;228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9" name="Shape 2289"/>
        <p:cNvGrpSpPr/>
        <p:nvPr/>
      </p:nvGrpSpPr>
      <p:grpSpPr>
        <a:xfrm>
          <a:off x="0" y="0"/>
          <a:ext cx="0" cy="0"/>
          <a:chOff x="0" y="0"/>
          <a:chExt cx="0" cy="0"/>
        </a:xfrm>
      </p:grpSpPr>
      <p:sp>
        <p:nvSpPr>
          <p:cNvPr id="2290" name="Google Shape;2290;g3a546d5887e_1_4: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291" name="Google Shape;2291;g3a546d5887e_1_4: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9" name="Google Shape;229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00" name="Google Shape;230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1" name="Shape 2311"/>
        <p:cNvGrpSpPr/>
        <p:nvPr/>
      </p:nvGrpSpPr>
      <p:grpSpPr>
        <a:xfrm>
          <a:off x="0" y="0"/>
          <a:ext cx="0" cy="0"/>
          <a:chOff x="0" y="0"/>
          <a:chExt cx="0" cy="0"/>
        </a:xfrm>
      </p:grpSpPr>
      <p:sp>
        <p:nvSpPr>
          <p:cNvPr id="2312" name="Google Shape;2312;g3a385751237_0_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13" name="Google Shape;2313;g3a385751237_0_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g3a65ab27f5e_0_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35" name="Google Shape;2335;g3a65ab27f5e_0_3: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0" name="Shape 2340"/>
        <p:cNvGrpSpPr/>
        <p:nvPr/>
      </p:nvGrpSpPr>
      <p:grpSpPr>
        <a:xfrm>
          <a:off x="0" y="0"/>
          <a:ext cx="0" cy="0"/>
          <a:chOff x="0" y="0"/>
          <a:chExt cx="0" cy="0"/>
        </a:xfrm>
      </p:grpSpPr>
      <p:sp>
        <p:nvSpPr>
          <p:cNvPr id="2341" name="Google Shape;234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2" name="Google Shape;234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43" name="Google Shape;2343;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3a385751237_1_1: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g3a385751237_1_1: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8" name="Shape 2358"/>
        <p:cNvGrpSpPr/>
        <p:nvPr/>
      </p:nvGrpSpPr>
      <p:grpSpPr>
        <a:xfrm>
          <a:off x="0" y="0"/>
          <a:ext cx="0" cy="0"/>
          <a:chOff x="0" y="0"/>
          <a:chExt cx="0" cy="0"/>
        </a:xfrm>
      </p:grpSpPr>
      <p:sp>
        <p:nvSpPr>
          <p:cNvPr id="2359" name="Google Shape;2359;g3a385751237_0_54: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60" name="Google Shape;2360;g3a385751237_0_54: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6" name="Shape 2376"/>
        <p:cNvGrpSpPr/>
        <p:nvPr/>
      </p:nvGrpSpPr>
      <p:grpSpPr>
        <a:xfrm>
          <a:off x="0" y="0"/>
          <a:ext cx="0" cy="0"/>
          <a:chOff x="0" y="0"/>
          <a:chExt cx="0" cy="0"/>
        </a:xfrm>
      </p:grpSpPr>
      <p:sp>
        <p:nvSpPr>
          <p:cNvPr id="2377" name="Google Shape;2377;g3a3505be5ed_1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8" name="Google Shape;2378;g3a3505be5ed_1_3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9" name="Google Shape;2379;g3a3505be5ed_1_3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6" name="Shape 2396"/>
        <p:cNvGrpSpPr/>
        <p:nvPr/>
      </p:nvGrpSpPr>
      <p:grpSpPr>
        <a:xfrm>
          <a:off x="0" y="0"/>
          <a:ext cx="0" cy="0"/>
          <a:chOff x="0" y="0"/>
          <a:chExt cx="0" cy="0"/>
        </a:xfrm>
      </p:grpSpPr>
      <p:sp>
        <p:nvSpPr>
          <p:cNvPr id="2397" name="Google Shape;2397;g3a385751237_2_40: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398" name="Google Shape;2398;g3a385751237_2_40: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7" name="Shape 2407"/>
        <p:cNvGrpSpPr/>
        <p:nvPr/>
      </p:nvGrpSpPr>
      <p:grpSpPr>
        <a:xfrm>
          <a:off x="0" y="0"/>
          <a:ext cx="0" cy="0"/>
          <a:chOff x="0" y="0"/>
          <a:chExt cx="0" cy="0"/>
        </a:xfrm>
      </p:grpSpPr>
      <p:sp>
        <p:nvSpPr>
          <p:cNvPr id="2408" name="Google Shape;2408;g3a385751237_2_43: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09" name="Google Shape;2409;g3a385751237_2_43: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8" name="Shape 2418"/>
        <p:cNvGrpSpPr/>
        <p:nvPr/>
      </p:nvGrpSpPr>
      <p:grpSpPr>
        <a:xfrm>
          <a:off x="0" y="0"/>
          <a:ext cx="0" cy="0"/>
          <a:chOff x="0" y="0"/>
          <a:chExt cx="0" cy="0"/>
        </a:xfrm>
      </p:grpSpPr>
      <p:sp>
        <p:nvSpPr>
          <p:cNvPr id="2419" name="Google Shape;2419;g3a385751237_2_46: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20" name="Google Shape;2420;g3a385751237_2_46: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9" name="Shape 2429"/>
        <p:cNvGrpSpPr/>
        <p:nvPr/>
      </p:nvGrpSpPr>
      <p:grpSpPr>
        <a:xfrm>
          <a:off x="0" y="0"/>
          <a:ext cx="0" cy="0"/>
          <a:chOff x="0" y="0"/>
          <a:chExt cx="0" cy="0"/>
        </a:xfrm>
      </p:grpSpPr>
      <p:sp>
        <p:nvSpPr>
          <p:cNvPr id="2430" name="Google Shape;2430;g3a385751237_2_49: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31" name="Google Shape;2431;g3a385751237_2_49: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0" name="Shape 2440"/>
        <p:cNvGrpSpPr/>
        <p:nvPr/>
      </p:nvGrpSpPr>
      <p:grpSpPr>
        <a:xfrm>
          <a:off x="0" y="0"/>
          <a:ext cx="0" cy="0"/>
          <a:chOff x="0" y="0"/>
          <a:chExt cx="0" cy="0"/>
        </a:xfrm>
      </p:grpSpPr>
      <p:sp>
        <p:nvSpPr>
          <p:cNvPr id="2441" name="Google Shape;2441;g3a385751237_2_52: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42" name="Google Shape;2442;g3a385751237_2_52: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1" name="Shape 2451"/>
        <p:cNvGrpSpPr/>
        <p:nvPr/>
      </p:nvGrpSpPr>
      <p:grpSpPr>
        <a:xfrm>
          <a:off x="0" y="0"/>
          <a:ext cx="0" cy="0"/>
          <a:chOff x="0" y="0"/>
          <a:chExt cx="0" cy="0"/>
        </a:xfrm>
      </p:grpSpPr>
      <p:sp>
        <p:nvSpPr>
          <p:cNvPr id="2452" name="Google Shape;2452;g3a385751237_2_55: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53" name="Google Shape;2453;g3a385751237_2_55: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3a385751237_2_58: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65" name="Google Shape;2465;g3a385751237_2_58: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g3a385751237_0_37:notes"/>
          <p:cNvSpPr/>
          <p:nvPr>
            <p:ph idx="2" type="sldImg"/>
          </p:nvPr>
        </p:nvSpPr>
        <p:spPr>
          <a:xfrm>
            <a:off x="1371850" y="1097275"/>
            <a:ext cx="5486700" cy="5486400"/>
          </a:xfrm>
          <a:custGeom>
            <a:rect b="b" l="l" r="r" t="t"/>
            <a:pathLst>
              <a:path extrusionOk="0" h="120000" w="120000">
                <a:moveTo>
                  <a:pt x="0" y="0"/>
                </a:moveTo>
                <a:lnTo>
                  <a:pt x="120000" y="0"/>
                </a:lnTo>
                <a:lnTo>
                  <a:pt x="120000" y="120000"/>
                </a:lnTo>
                <a:lnTo>
                  <a:pt x="0" y="120000"/>
                </a:lnTo>
                <a:close/>
              </a:path>
            </a:pathLst>
          </a:custGeom>
        </p:spPr>
      </p:sp>
      <p:sp>
        <p:nvSpPr>
          <p:cNvPr id="2476" name="Google Shape;2476;g3a385751237_0_37:notes"/>
          <p:cNvSpPr txBox="1"/>
          <p:nvPr>
            <p:ph idx="1" type="body"/>
          </p:nvPr>
        </p:nvSpPr>
        <p:spPr>
          <a:xfrm>
            <a:off x="822950" y="6949425"/>
            <a:ext cx="6583800" cy="658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3" name="Google Shape;249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94" name="Google Shape;249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g3a546d5887e_5_166"/>
          <p:cNvSpPr txBox="1"/>
          <p:nvPr>
            <p:ph type="ctrTitle"/>
          </p:nvPr>
        </p:nvSpPr>
        <p:spPr>
          <a:xfrm>
            <a:off x="1141160" y="1250840"/>
            <a:ext cx="7653600" cy="3895200"/>
          </a:xfrm>
          <a:prstGeom prst="rect">
            <a:avLst/>
          </a:prstGeom>
          <a:noFill/>
          <a:ln>
            <a:noFill/>
          </a:ln>
        </p:spPr>
        <p:txBody>
          <a:bodyPr anchorCtr="0" anchor="b" bIns="146275" lIns="146275" spcFirstLastPara="1" rIns="146275" wrap="square" tIns="146275">
            <a:noAutofit/>
          </a:bodyPr>
          <a:lstStyle>
            <a:lvl1pPr lvl="0" algn="l">
              <a:lnSpc>
                <a:spcPct val="90000"/>
              </a:lnSpc>
              <a:spcBef>
                <a:spcPts val="0"/>
              </a:spcBef>
              <a:spcAft>
                <a:spcPts val="0"/>
              </a:spcAft>
              <a:buClr>
                <a:srgbClr val="191919"/>
              </a:buClr>
              <a:buSzPts val="8300"/>
              <a:buNone/>
              <a:defRPr sz="8500"/>
            </a:lvl1pPr>
            <a:lvl2pPr lvl="1" algn="ctr">
              <a:lnSpc>
                <a:spcPct val="100000"/>
              </a:lnSpc>
              <a:spcBef>
                <a:spcPts val="0"/>
              </a:spcBef>
              <a:spcAft>
                <a:spcPts val="0"/>
              </a:spcAft>
              <a:buClr>
                <a:srgbClr val="191919"/>
              </a:buClr>
              <a:buSzPts val="8300"/>
              <a:buNone/>
              <a:defRPr sz="8300">
                <a:solidFill>
                  <a:srgbClr val="191919"/>
                </a:solidFill>
              </a:defRPr>
            </a:lvl2pPr>
            <a:lvl3pPr lvl="2" algn="ctr">
              <a:lnSpc>
                <a:spcPct val="100000"/>
              </a:lnSpc>
              <a:spcBef>
                <a:spcPts val="0"/>
              </a:spcBef>
              <a:spcAft>
                <a:spcPts val="0"/>
              </a:spcAft>
              <a:buClr>
                <a:srgbClr val="191919"/>
              </a:buClr>
              <a:buSzPts val="8300"/>
              <a:buNone/>
              <a:defRPr sz="8300">
                <a:solidFill>
                  <a:srgbClr val="191919"/>
                </a:solidFill>
              </a:defRPr>
            </a:lvl3pPr>
            <a:lvl4pPr lvl="3" algn="ctr">
              <a:lnSpc>
                <a:spcPct val="100000"/>
              </a:lnSpc>
              <a:spcBef>
                <a:spcPts val="0"/>
              </a:spcBef>
              <a:spcAft>
                <a:spcPts val="0"/>
              </a:spcAft>
              <a:buClr>
                <a:srgbClr val="191919"/>
              </a:buClr>
              <a:buSzPts val="8300"/>
              <a:buNone/>
              <a:defRPr sz="8300">
                <a:solidFill>
                  <a:srgbClr val="191919"/>
                </a:solidFill>
              </a:defRPr>
            </a:lvl4pPr>
            <a:lvl5pPr lvl="4" algn="ctr">
              <a:lnSpc>
                <a:spcPct val="100000"/>
              </a:lnSpc>
              <a:spcBef>
                <a:spcPts val="0"/>
              </a:spcBef>
              <a:spcAft>
                <a:spcPts val="0"/>
              </a:spcAft>
              <a:buClr>
                <a:srgbClr val="191919"/>
              </a:buClr>
              <a:buSzPts val="8300"/>
              <a:buNone/>
              <a:defRPr sz="8300">
                <a:solidFill>
                  <a:srgbClr val="191919"/>
                </a:solidFill>
              </a:defRPr>
            </a:lvl5pPr>
            <a:lvl6pPr lvl="5" algn="ctr">
              <a:lnSpc>
                <a:spcPct val="100000"/>
              </a:lnSpc>
              <a:spcBef>
                <a:spcPts val="0"/>
              </a:spcBef>
              <a:spcAft>
                <a:spcPts val="0"/>
              </a:spcAft>
              <a:buClr>
                <a:srgbClr val="191919"/>
              </a:buClr>
              <a:buSzPts val="8300"/>
              <a:buNone/>
              <a:defRPr sz="8300">
                <a:solidFill>
                  <a:srgbClr val="191919"/>
                </a:solidFill>
              </a:defRPr>
            </a:lvl6pPr>
            <a:lvl7pPr lvl="6" algn="ctr">
              <a:lnSpc>
                <a:spcPct val="100000"/>
              </a:lnSpc>
              <a:spcBef>
                <a:spcPts val="0"/>
              </a:spcBef>
              <a:spcAft>
                <a:spcPts val="0"/>
              </a:spcAft>
              <a:buClr>
                <a:srgbClr val="191919"/>
              </a:buClr>
              <a:buSzPts val="8300"/>
              <a:buNone/>
              <a:defRPr sz="8300">
                <a:solidFill>
                  <a:srgbClr val="191919"/>
                </a:solidFill>
              </a:defRPr>
            </a:lvl7pPr>
            <a:lvl8pPr lvl="7" algn="ctr">
              <a:lnSpc>
                <a:spcPct val="100000"/>
              </a:lnSpc>
              <a:spcBef>
                <a:spcPts val="0"/>
              </a:spcBef>
              <a:spcAft>
                <a:spcPts val="0"/>
              </a:spcAft>
              <a:buClr>
                <a:srgbClr val="191919"/>
              </a:buClr>
              <a:buSzPts val="8300"/>
              <a:buNone/>
              <a:defRPr sz="8300">
                <a:solidFill>
                  <a:srgbClr val="191919"/>
                </a:solidFill>
              </a:defRPr>
            </a:lvl8pPr>
            <a:lvl9pPr lvl="8" algn="ctr">
              <a:lnSpc>
                <a:spcPct val="100000"/>
              </a:lnSpc>
              <a:spcBef>
                <a:spcPts val="0"/>
              </a:spcBef>
              <a:spcAft>
                <a:spcPts val="0"/>
              </a:spcAft>
              <a:buClr>
                <a:srgbClr val="191919"/>
              </a:buClr>
              <a:buSzPts val="8300"/>
              <a:buNone/>
              <a:defRPr sz="8300">
                <a:solidFill>
                  <a:srgbClr val="191919"/>
                </a:solidFill>
              </a:defRPr>
            </a:lvl9pPr>
          </a:lstStyle>
          <a:p/>
        </p:txBody>
      </p:sp>
      <p:sp>
        <p:nvSpPr>
          <p:cNvPr id="11" name="Google Shape;11;g3a546d5887e_5_166"/>
          <p:cNvSpPr txBox="1"/>
          <p:nvPr>
            <p:ph idx="1" type="subTitle"/>
          </p:nvPr>
        </p:nvSpPr>
        <p:spPr>
          <a:xfrm>
            <a:off x="1141160" y="4902440"/>
            <a:ext cx="7653600" cy="7614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sz="2400">
                <a:solidFill>
                  <a:schemeClr val="dk1"/>
                </a:solidFill>
              </a:defRPr>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grpSp>
        <p:nvGrpSpPr>
          <p:cNvPr id="12" name="Google Shape;12;g3a546d5887e_5_166"/>
          <p:cNvGrpSpPr/>
          <p:nvPr/>
        </p:nvGrpSpPr>
        <p:grpSpPr>
          <a:xfrm>
            <a:off x="706013" y="6737691"/>
            <a:ext cx="1774533" cy="1491585"/>
            <a:chOff x="1507450" y="3919292"/>
            <a:chExt cx="953486" cy="801453"/>
          </a:xfrm>
        </p:grpSpPr>
        <p:grpSp>
          <p:nvGrpSpPr>
            <p:cNvPr id="13" name="Google Shape;13;g3a546d5887e_5_166"/>
            <p:cNvGrpSpPr/>
            <p:nvPr/>
          </p:nvGrpSpPr>
          <p:grpSpPr>
            <a:xfrm>
              <a:off x="1806987" y="3919292"/>
              <a:ext cx="441906" cy="801453"/>
              <a:chOff x="3816307" y="2352225"/>
              <a:chExt cx="1213027" cy="2199982"/>
            </a:xfrm>
          </p:grpSpPr>
          <p:sp>
            <p:nvSpPr>
              <p:cNvPr id="14" name="Google Shape;14;g3a546d5887e_5_16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 name="Google Shape;15;g3a546d5887e_5_16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 name="Google Shape;16;g3a546d5887e_5_16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 name="Google Shape;17;g3a546d5887e_5_166"/>
            <p:cNvGrpSpPr/>
            <p:nvPr/>
          </p:nvGrpSpPr>
          <p:grpSpPr>
            <a:xfrm>
              <a:off x="2248899" y="4334549"/>
              <a:ext cx="212037" cy="384777"/>
              <a:chOff x="3816307" y="2352225"/>
              <a:chExt cx="1213027" cy="2199982"/>
            </a:xfrm>
          </p:grpSpPr>
          <p:sp>
            <p:nvSpPr>
              <p:cNvPr id="18" name="Google Shape;18;g3a546d5887e_5_16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 name="Google Shape;19;g3a546d5887e_5_16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 name="Google Shape;20;g3a546d5887e_5_16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1" name="Google Shape;21;g3a546d5887e_5_166"/>
            <p:cNvGrpSpPr/>
            <p:nvPr/>
          </p:nvGrpSpPr>
          <p:grpSpPr>
            <a:xfrm>
              <a:off x="1507450" y="4205080"/>
              <a:ext cx="212025" cy="514245"/>
              <a:chOff x="3816313" y="1611982"/>
              <a:chExt cx="1212958" cy="2940225"/>
            </a:xfrm>
          </p:grpSpPr>
          <p:sp>
            <p:nvSpPr>
              <p:cNvPr id="22" name="Google Shape;22;g3a546d5887e_5_16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 name="Google Shape;23;g3a546d5887e_5_16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 name="Google Shape;24;g3a546d5887e_5_16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25" name="Shape 25"/>
        <p:cNvGrpSpPr/>
        <p:nvPr/>
      </p:nvGrpSpPr>
      <p:grpSpPr>
        <a:xfrm>
          <a:off x="0" y="0"/>
          <a:ext cx="0" cy="0"/>
          <a:chOff x="0" y="0"/>
          <a:chExt cx="0" cy="0"/>
        </a:xfrm>
      </p:grpSpPr>
      <p:sp>
        <p:nvSpPr>
          <p:cNvPr id="26" name="Google Shape;26;g3a546d5887e_5_18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b="1" sz="4800">
                <a:latin typeface="Poppins"/>
                <a:ea typeface="Poppins"/>
                <a:cs typeface="Poppins"/>
                <a:sym typeface="Poppins"/>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7" name="Google Shape;27;g3a546d5887e_5_182"/>
          <p:cNvSpPr txBox="1"/>
          <p:nvPr>
            <p:ph idx="1" type="body"/>
          </p:nvPr>
        </p:nvSpPr>
        <p:spPr>
          <a:xfrm>
            <a:off x="1152000" y="1506442"/>
            <a:ext cx="12326400" cy="550500"/>
          </a:xfrm>
          <a:prstGeom prst="rect">
            <a:avLst/>
          </a:prstGeom>
          <a:noFill/>
          <a:ln>
            <a:noFill/>
          </a:ln>
        </p:spPr>
        <p:txBody>
          <a:bodyPr anchorCtr="0" anchor="t" bIns="146275" lIns="146275" spcFirstLastPara="1" rIns="146275" wrap="square" tIns="146275">
            <a:noAutofit/>
          </a:bodyPr>
          <a:lstStyle>
            <a:lvl1pPr indent="-349250" lvl="0" marL="457200" algn="ctr">
              <a:lnSpc>
                <a:spcPct val="100000"/>
              </a:lnSpc>
              <a:spcBef>
                <a:spcPts val="0"/>
              </a:spcBef>
              <a:spcAft>
                <a:spcPts val="0"/>
              </a:spcAft>
              <a:buSzPts val="1900"/>
              <a:buFont typeface="Nunito Light"/>
              <a:buChar char="●"/>
              <a:defRPr>
                <a:latin typeface="DM Sans"/>
                <a:ea typeface="DM Sans"/>
                <a:cs typeface="DM Sans"/>
                <a:sym typeface="DM Sans"/>
              </a:defRPr>
            </a:lvl1pPr>
            <a:lvl2pPr indent="-349250" lvl="1" marL="914400" algn="l">
              <a:lnSpc>
                <a:spcPct val="100000"/>
              </a:lnSpc>
              <a:spcBef>
                <a:spcPts val="0"/>
              </a:spcBef>
              <a:spcAft>
                <a:spcPts val="0"/>
              </a:spcAft>
              <a:buSzPts val="1900"/>
              <a:buFont typeface="Nunito Light"/>
              <a:buChar char="○"/>
              <a:defRPr/>
            </a:lvl2pPr>
            <a:lvl3pPr indent="-349250" lvl="2" marL="1371600" algn="l">
              <a:lnSpc>
                <a:spcPct val="100000"/>
              </a:lnSpc>
              <a:spcBef>
                <a:spcPts val="0"/>
              </a:spcBef>
              <a:spcAft>
                <a:spcPts val="0"/>
              </a:spcAft>
              <a:buSzPts val="1900"/>
              <a:buFont typeface="Nunito Light"/>
              <a:buChar char="■"/>
              <a:defRPr/>
            </a:lvl3pPr>
            <a:lvl4pPr indent="-349250" lvl="3" marL="1828800" algn="l">
              <a:lnSpc>
                <a:spcPct val="100000"/>
              </a:lnSpc>
              <a:spcBef>
                <a:spcPts val="0"/>
              </a:spcBef>
              <a:spcAft>
                <a:spcPts val="0"/>
              </a:spcAft>
              <a:buSzPts val="1900"/>
              <a:buFont typeface="Nunito Light"/>
              <a:buChar char="●"/>
              <a:defRPr/>
            </a:lvl4pPr>
            <a:lvl5pPr indent="-349250" lvl="4" marL="2286000" algn="l">
              <a:lnSpc>
                <a:spcPct val="100000"/>
              </a:lnSpc>
              <a:spcBef>
                <a:spcPts val="0"/>
              </a:spcBef>
              <a:spcAft>
                <a:spcPts val="0"/>
              </a:spcAft>
              <a:buSzPts val="1900"/>
              <a:buFont typeface="Nunito Light"/>
              <a:buChar char="○"/>
              <a:defRPr/>
            </a:lvl5pPr>
            <a:lvl6pPr indent="-349250" lvl="5" marL="2743200" algn="l">
              <a:lnSpc>
                <a:spcPct val="100000"/>
              </a:lnSpc>
              <a:spcBef>
                <a:spcPts val="0"/>
              </a:spcBef>
              <a:spcAft>
                <a:spcPts val="0"/>
              </a:spcAft>
              <a:buSzPts val="1900"/>
              <a:buFont typeface="Nunito Light"/>
              <a:buChar char="■"/>
              <a:defRPr/>
            </a:lvl6pPr>
            <a:lvl7pPr indent="-349250" lvl="6" marL="3200400" algn="l">
              <a:lnSpc>
                <a:spcPct val="100000"/>
              </a:lnSpc>
              <a:spcBef>
                <a:spcPts val="0"/>
              </a:spcBef>
              <a:spcAft>
                <a:spcPts val="0"/>
              </a:spcAft>
              <a:buSzPts val="1900"/>
              <a:buFont typeface="Nunito Light"/>
              <a:buChar char="●"/>
              <a:defRPr/>
            </a:lvl7pPr>
            <a:lvl8pPr indent="-349250" lvl="7" marL="3657600" algn="l">
              <a:lnSpc>
                <a:spcPct val="100000"/>
              </a:lnSpc>
              <a:spcBef>
                <a:spcPts val="0"/>
              </a:spcBef>
              <a:spcAft>
                <a:spcPts val="0"/>
              </a:spcAft>
              <a:buSzPts val="1900"/>
              <a:buFont typeface="Nunito Light"/>
              <a:buChar char="○"/>
              <a:defRPr/>
            </a:lvl8pPr>
            <a:lvl9pPr indent="-349250" lvl="8" marL="4114800" algn="l">
              <a:lnSpc>
                <a:spcPct val="100000"/>
              </a:lnSpc>
              <a:spcBef>
                <a:spcPts val="0"/>
              </a:spcBef>
              <a:spcAft>
                <a:spcPts val="0"/>
              </a:spcAft>
              <a:buSzPts val="1900"/>
              <a:buFont typeface="Nunito Light"/>
              <a:buChar char="■"/>
              <a:defRPr/>
            </a:lvl9pPr>
          </a:lstStyle>
          <a:p/>
        </p:txBody>
      </p:sp>
      <p:sp>
        <p:nvSpPr>
          <p:cNvPr id="28" name="Google Shape;28;g3a546d5887e_5_182"/>
          <p:cNvSpPr/>
          <p:nvPr/>
        </p:nvSpPr>
        <p:spPr>
          <a:xfrm>
            <a:off x="12078000" y="55419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9" name="Google Shape;29;g3a546d5887e_5_182"/>
          <p:cNvGrpSpPr/>
          <p:nvPr/>
        </p:nvGrpSpPr>
        <p:grpSpPr>
          <a:xfrm>
            <a:off x="12717618" y="6973850"/>
            <a:ext cx="1543247" cy="4668874"/>
            <a:chOff x="1825573" y="1896181"/>
            <a:chExt cx="964529" cy="2918046"/>
          </a:xfrm>
        </p:grpSpPr>
        <p:sp>
          <p:nvSpPr>
            <p:cNvPr id="30" name="Google Shape;30;g3a546d5887e_5_18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31" name="Google Shape;31;g3a546d5887e_5_182"/>
            <p:cNvGrpSpPr/>
            <p:nvPr/>
          </p:nvGrpSpPr>
          <p:grpSpPr>
            <a:xfrm>
              <a:off x="2001780" y="2072389"/>
              <a:ext cx="612115" cy="2698299"/>
              <a:chOff x="1718105" y="2072389"/>
              <a:chExt cx="612115" cy="2698299"/>
            </a:xfrm>
          </p:grpSpPr>
          <p:sp>
            <p:nvSpPr>
              <p:cNvPr id="32" name="Google Shape;32;g3a546d5887e_5_18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 name="Google Shape;33;g3a546d5887e_5_18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 name="Google Shape;34;g3a546d5887e_5_18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 name="Google Shape;35;g3a546d5887e_5_18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 name="Google Shape;36;g3a546d5887e_5_18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 name="Google Shape;37;g3a546d5887e_5_18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 name="Google Shape;38;g3a546d5887e_5_18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 name="Google Shape;39;g3a546d5887e_5_18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 name="Google Shape;40;g3a546d5887e_5_18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 name="Google Shape;41;g3a546d5887e_5_18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 name="Google Shape;42;g3a546d5887e_5_18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 name="Google Shape;43;g3a546d5887e_5_18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 name="Google Shape;44;g3a546d5887e_5_18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 name="Google Shape;45;g3a546d5887e_5_18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 name="Google Shape;46;g3a546d5887e_5_18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 name="Google Shape;47;g3a546d5887e_5_18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 name="Google Shape;48;g3a546d5887e_5_18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 name="Google Shape;49;g3a546d5887e_5_18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 name="Google Shape;50;g3a546d5887e_5_18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 name="Google Shape;51;g3a546d5887e_5_18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 name="Google Shape;52;g3a546d5887e_5_18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 name="Google Shape;53;g3a546d5887e_5_18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 name="Google Shape;54;g3a546d5887e_5_18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 name="Google Shape;55;g3a546d5887e_5_18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 name="Google Shape;56;g3a546d5887e_5_18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 name="Google Shape;57;g3a546d5887e_5_18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 name="Google Shape;58;g3a546d5887e_5_18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 name="Google Shape;59;g3a546d5887e_5_18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 name="Google Shape;60;g3a546d5887e_5_18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 name="Google Shape;61;g3a546d5887e_5_18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 name="Google Shape;62;g3a546d5887e_5_18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 name="Google Shape;63;g3a546d5887e_5_18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 name="Google Shape;64;g3a546d5887e_5_18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 name="Google Shape;65;g3a546d5887e_5_18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 name="Google Shape;66;g3a546d5887e_5_18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7" name="Google Shape;67;g3a546d5887e_5_18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8" name="Google Shape;68;g3a546d5887e_5_18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 name="Google Shape;69;g3a546d5887e_5_18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 name="Google Shape;70;g3a546d5887e_5_18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 name="Google Shape;71;g3a546d5887e_5_18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 name="Google Shape;72;g3a546d5887e_5_18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 name="Google Shape;73;g3a546d5887e_5_18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 name="Google Shape;74;g3a546d5887e_5_18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 name="Google Shape;75;g3a546d5887e_5_18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 name="Google Shape;76;g3a546d5887e_5_18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 name="Google Shape;77;g3a546d5887e_5_18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 name="Google Shape;78;g3a546d5887e_5_18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 name="Google Shape;79;g3a546d5887e_5_18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0" name="Google Shape;80;g3a546d5887e_5_18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 name="Google Shape;81;g3a546d5887e_5_18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 name="Google Shape;82;g3a546d5887e_5_18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83" name="Google Shape;83;g3a546d5887e_5_182"/>
          <p:cNvGrpSpPr/>
          <p:nvPr/>
        </p:nvGrpSpPr>
        <p:grpSpPr>
          <a:xfrm flipH="1">
            <a:off x="11540787" y="7221058"/>
            <a:ext cx="822797" cy="1008824"/>
            <a:chOff x="1551615" y="4513162"/>
            <a:chExt cx="514248" cy="630515"/>
          </a:xfrm>
        </p:grpSpPr>
        <p:grpSp>
          <p:nvGrpSpPr>
            <p:cNvPr id="84" name="Google Shape;84;g3a546d5887e_5_182"/>
            <p:cNvGrpSpPr/>
            <p:nvPr/>
          </p:nvGrpSpPr>
          <p:grpSpPr>
            <a:xfrm>
              <a:off x="1551615" y="4513162"/>
              <a:ext cx="347653" cy="630515"/>
              <a:chOff x="3816307" y="2352225"/>
              <a:chExt cx="1213027" cy="2199982"/>
            </a:xfrm>
          </p:grpSpPr>
          <p:sp>
            <p:nvSpPr>
              <p:cNvPr id="85" name="Google Shape;85;g3a546d5887e_5_18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 name="Google Shape;86;g3a546d5887e_5_18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 name="Google Shape;87;g3a546d5887e_5_18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88" name="Google Shape;88;g3a546d5887e_5_182"/>
            <p:cNvGrpSpPr/>
            <p:nvPr/>
          </p:nvGrpSpPr>
          <p:grpSpPr>
            <a:xfrm>
              <a:off x="1899072" y="4839761"/>
              <a:ext cx="166791" cy="302717"/>
              <a:chOff x="3816307" y="2352225"/>
              <a:chExt cx="1213027" cy="2199982"/>
            </a:xfrm>
          </p:grpSpPr>
          <p:sp>
            <p:nvSpPr>
              <p:cNvPr id="89" name="Google Shape;89;g3a546d5887e_5_18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 name="Google Shape;90;g3a546d5887e_5_18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 name="Google Shape;91;g3a546d5887e_5_18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92" name="Google Shape;92;g3a546d5887e_5_182"/>
          <p:cNvGrpSpPr/>
          <p:nvPr/>
        </p:nvGrpSpPr>
        <p:grpSpPr>
          <a:xfrm>
            <a:off x="-2174800" y="-1226240"/>
            <a:ext cx="3326800" cy="2884000"/>
            <a:chOff x="349725" y="59275"/>
            <a:chExt cx="2079250" cy="1802500"/>
          </a:xfrm>
        </p:grpSpPr>
        <p:sp>
          <p:nvSpPr>
            <p:cNvPr id="93" name="Google Shape;93;g3a546d5887e_5_182"/>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 name="Google Shape;94;g3a546d5887e_5_182"/>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5" name="Google Shape;95;g3a546d5887e_5_182"/>
          <p:cNvGrpSpPr/>
          <p:nvPr/>
        </p:nvGrpSpPr>
        <p:grpSpPr>
          <a:xfrm>
            <a:off x="13189502" y="6403752"/>
            <a:ext cx="599451" cy="741040"/>
            <a:chOff x="8243489" y="4050570"/>
            <a:chExt cx="374657" cy="463150"/>
          </a:xfrm>
        </p:grpSpPr>
        <p:sp>
          <p:nvSpPr>
            <p:cNvPr id="96" name="Google Shape;96;g3a546d5887e_5_18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 name="Google Shape;97;g3a546d5887e_5_18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98" name="Google Shape;98;g3a546d5887e_5_18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9" name="Shape 99"/>
        <p:cNvGrpSpPr/>
        <p:nvPr/>
      </p:nvGrpSpPr>
      <p:grpSpPr>
        <a:xfrm>
          <a:off x="0" y="0"/>
          <a:ext cx="0" cy="0"/>
          <a:chOff x="0" y="0"/>
          <a:chExt cx="0" cy="0"/>
        </a:xfrm>
      </p:grpSpPr>
      <p:sp>
        <p:nvSpPr>
          <p:cNvPr id="100" name="Google Shape;100;g3a546d5887e_5_255"/>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01" name="Google Shape;101;g3a546d5887e_5_255"/>
          <p:cNvSpPr txBox="1"/>
          <p:nvPr>
            <p:ph idx="2" type="title"/>
          </p:nvPr>
        </p:nvSpPr>
        <p:spPr>
          <a:xfrm>
            <a:off x="2707661"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2" name="Google Shape;102;g3a546d5887e_5_255"/>
          <p:cNvSpPr txBox="1"/>
          <p:nvPr>
            <p:ph idx="3" type="title"/>
          </p:nvPr>
        </p:nvSpPr>
        <p:spPr>
          <a:xfrm>
            <a:off x="2707661"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g3a546d5887e_5_255"/>
          <p:cNvSpPr txBox="1"/>
          <p:nvPr>
            <p:ph idx="4" type="title"/>
          </p:nvPr>
        </p:nvSpPr>
        <p:spPr>
          <a:xfrm>
            <a:off x="6470880"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4" name="Google Shape;104;g3a546d5887e_5_255"/>
          <p:cNvSpPr txBox="1"/>
          <p:nvPr>
            <p:ph idx="5" type="title"/>
          </p:nvPr>
        </p:nvSpPr>
        <p:spPr>
          <a:xfrm>
            <a:off x="6470880"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5" name="Google Shape;105;g3a546d5887e_5_255"/>
          <p:cNvSpPr txBox="1"/>
          <p:nvPr>
            <p:ph idx="6" type="title"/>
          </p:nvPr>
        </p:nvSpPr>
        <p:spPr>
          <a:xfrm>
            <a:off x="10231219" y="224412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6" name="Google Shape;106;g3a546d5887e_5_255"/>
          <p:cNvSpPr txBox="1"/>
          <p:nvPr>
            <p:ph idx="7" type="title"/>
          </p:nvPr>
        </p:nvSpPr>
        <p:spPr>
          <a:xfrm>
            <a:off x="10231219" y="4648160"/>
            <a:ext cx="1688700" cy="7161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38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3a546d5887e_5_255"/>
          <p:cNvSpPr txBox="1"/>
          <p:nvPr>
            <p:ph idx="1" type="subTitle"/>
          </p:nvPr>
        </p:nvSpPr>
        <p:spPr>
          <a:xfrm>
            <a:off x="2154701" y="3204101"/>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08" name="Google Shape;108;g3a546d5887e_5_255"/>
          <p:cNvSpPr txBox="1"/>
          <p:nvPr>
            <p:ph idx="8" type="subTitle"/>
          </p:nvPr>
        </p:nvSpPr>
        <p:spPr>
          <a:xfrm>
            <a:off x="5917920" y="3204101"/>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09" name="Google Shape;109;g3a546d5887e_5_255"/>
          <p:cNvSpPr txBox="1"/>
          <p:nvPr>
            <p:ph idx="9" type="subTitle"/>
          </p:nvPr>
        </p:nvSpPr>
        <p:spPr>
          <a:xfrm>
            <a:off x="9675379" y="3204120"/>
            <a:ext cx="28002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0" name="Google Shape;110;g3a546d5887e_5_255"/>
          <p:cNvSpPr txBox="1"/>
          <p:nvPr>
            <p:ph idx="13" type="subTitle"/>
          </p:nvPr>
        </p:nvSpPr>
        <p:spPr>
          <a:xfrm>
            <a:off x="2154701" y="5608160"/>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1" name="Google Shape;111;g3a546d5887e_5_255"/>
          <p:cNvSpPr txBox="1"/>
          <p:nvPr>
            <p:ph idx="14" type="subTitle"/>
          </p:nvPr>
        </p:nvSpPr>
        <p:spPr>
          <a:xfrm>
            <a:off x="5917920" y="5608160"/>
            <a:ext cx="27945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2" name="Google Shape;112;g3a546d5887e_5_255"/>
          <p:cNvSpPr txBox="1"/>
          <p:nvPr>
            <p:ph idx="15" type="subTitle"/>
          </p:nvPr>
        </p:nvSpPr>
        <p:spPr>
          <a:xfrm>
            <a:off x="9675379" y="5608165"/>
            <a:ext cx="2800200" cy="631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l">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l">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l">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l">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l">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l">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l">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l">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113" name="Google Shape;113;g3a546d5887e_5_255"/>
          <p:cNvSpPr/>
          <p:nvPr/>
        </p:nvSpPr>
        <p:spPr>
          <a:xfrm>
            <a:off x="-2999739" y="63931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14" name="Google Shape;114;g3a546d5887e_5_255"/>
          <p:cNvGrpSpPr/>
          <p:nvPr/>
        </p:nvGrpSpPr>
        <p:grpSpPr>
          <a:xfrm flipH="1">
            <a:off x="8770353" y="2422699"/>
            <a:ext cx="6630222" cy="10567760"/>
            <a:chOff x="1336575" y="1389950"/>
            <a:chExt cx="1583450" cy="2523825"/>
          </a:xfrm>
        </p:grpSpPr>
        <p:sp>
          <p:nvSpPr>
            <p:cNvPr id="115" name="Google Shape;115;g3a546d5887e_5_255"/>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 name="Google Shape;116;g3a546d5887e_5_255"/>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 name="Google Shape;117;g3a546d5887e_5_255"/>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 name="Google Shape;118;g3a546d5887e_5_255"/>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 name="Google Shape;119;g3a546d5887e_5_255"/>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 name="Google Shape;120;g3a546d5887e_5_255"/>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 name="Google Shape;121;g3a546d5887e_5_255"/>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 name="Google Shape;122;g3a546d5887e_5_255"/>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 name="Google Shape;123;g3a546d5887e_5_255"/>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 name="Google Shape;124;g3a546d5887e_5_255"/>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 name="Google Shape;125;g3a546d5887e_5_255"/>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 name="Google Shape;126;g3a546d5887e_5_255"/>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 name="Google Shape;127;g3a546d5887e_5_255"/>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 name="Google Shape;128;g3a546d5887e_5_255"/>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 name="Google Shape;129;g3a546d5887e_5_255"/>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 name="Google Shape;130;g3a546d5887e_5_255"/>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 name="Google Shape;131;g3a546d5887e_5_255"/>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 name="Google Shape;132;g3a546d5887e_5_255"/>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 name="Google Shape;133;g3a546d5887e_5_255"/>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 name="Google Shape;134;g3a546d5887e_5_255"/>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 name="Google Shape;135;g3a546d5887e_5_255"/>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 name="Google Shape;136;g3a546d5887e_5_255"/>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 name="Google Shape;137;g3a546d5887e_5_255"/>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8" name="Google Shape;138;g3a546d5887e_5_255"/>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 name="Google Shape;139;g3a546d5887e_5_255"/>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 name="Google Shape;140;g3a546d5887e_5_255"/>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 name="Google Shape;141;g3a546d5887e_5_255"/>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 name="Google Shape;142;g3a546d5887e_5_255"/>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 name="Google Shape;143;g3a546d5887e_5_255"/>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 name="Google Shape;144;g3a546d5887e_5_255"/>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 name="Google Shape;145;g3a546d5887e_5_255"/>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 name="Google Shape;146;g3a546d5887e_5_255"/>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 name="Google Shape;147;g3a546d5887e_5_255"/>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 name="Google Shape;148;g3a546d5887e_5_255"/>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 name="Google Shape;149;g3a546d5887e_5_255"/>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 name="Google Shape;150;g3a546d5887e_5_255"/>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 name="Google Shape;151;g3a546d5887e_5_255"/>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 name="Google Shape;152;g3a546d5887e_5_255"/>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3" name="Google Shape;153;g3a546d5887e_5_255"/>
          <p:cNvGrpSpPr/>
          <p:nvPr/>
        </p:nvGrpSpPr>
        <p:grpSpPr>
          <a:xfrm rot="5400000">
            <a:off x="-2282378" y="-1621835"/>
            <a:ext cx="1765185" cy="5340316"/>
            <a:chOff x="1825573" y="1896181"/>
            <a:chExt cx="964529" cy="2918046"/>
          </a:xfrm>
        </p:grpSpPr>
        <p:sp>
          <p:nvSpPr>
            <p:cNvPr id="154" name="Google Shape;154;g3a546d5887e_5_255"/>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5" name="Google Shape;155;g3a546d5887e_5_255"/>
            <p:cNvGrpSpPr/>
            <p:nvPr/>
          </p:nvGrpSpPr>
          <p:grpSpPr>
            <a:xfrm>
              <a:off x="2001780" y="2072389"/>
              <a:ext cx="612115" cy="2698299"/>
              <a:chOff x="1718105" y="2072389"/>
              <a:chExt cx="612115" cy="2698299"/>
            </a:xfrm>
          </p:grpSpPr>
          <p:sp>
            <p:nvSpPr>
              <p:cNvPr id="156" name="Google Shape;156;g3a546d5887e_5_255"/>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 name="Google Shape;157;g3a546d5887e_5_255"/>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 name="Google Shape;158;g3a546d5887e_5_255"/>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 name="Google Shape;159;g3a546d5887e_5_255"/>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 name="Google Shape;160;g3a546d5887e_5_255"/>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 name="Google Shape;161;g3a546d5887e_5_255"/>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 name="Google Shape;162;g3a546d5887e_5_255"/>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 name="Google Shape;163;g3a546d5887e_5_255"/>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 name="Google Shape;164;g3a546d5887e_5_255"/>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 name="Google Shape;165;g3a546d5887e_5_255"/>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 name="Google Shape;166;g3a546d5887e_5_255"/>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 name="Google Shape;167;g3a546d5887e_5_255"/>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 name="Google Shape;168;g3a546d5887e_5_255"/>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 name="Google Shape;169;g3a546d5887e_5_255"/>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 name="Google Shape;170;g3a546d5887e_5_255"/>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 name="Google Shape;171;g3a546d5887e_5_255"/>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 name="Google Shape;172;g3a546d5887e_5_255"/>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 name="Google Shape;173;g3a546d5887e_5_255"/>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 name="Google Shape;174;g3a546d5887e_5_255"/>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 name="Google Shape;175;g3a546d5887e_5_255"/>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 name="Google Shape;176;g3a546d5887e_5_255"/>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 name="Google Shape;177;g3a546d5887e_5_255"/>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 name="Google Shape;178;g3a546d5887e_5_255"/>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 name="Google Shape;179;g3a546d5887e_5_255"/>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0" name="Google Shape;180;g3a546d5887e_5_255"/>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1" name="Google Shape;181;g3a546d5887e_5_255"/>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 name="Google Shape;182;g3a546d5887e_5_255"/>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 name="Google Shape;183;g3a546d5887e_5_255"/>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 name="Google Shape;184;g3a546d5887e_5_255"/>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 name="Google Shape;185;g3a546d5887e_5_255"/>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 name="Google Shape;186;g3a546d5887e_5_255"/>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 name="Google Shape;187;g3a546d5887e_5_255"/>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 name="Google Shape;188;g3a546d5887e_5_255"/>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 name="Google Shape;189;g3a546d5887e_5_255"/>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 name="Google Shape;190;g3a546d5887e_5_255"/>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 name="Google Shape;191;g3a546d5887e_5_255"/>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 name="Google Shape;192;g3a546d5887e_5_255"/>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 name="Google Shape;193;g3a546d5887e_5_255"/>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 name="Google Shape;194;g3a546d5887e_5_255"/>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 name="Google Shape;195;g3a546d5887e_5_255"/>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 name="Google Shape;196;g3a546d5887e_5_255"/>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 name="Google Shape;197;g3a546d5887e_5_255"/>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 name="Google Shape;198;g3a546d5887e_5_255"/>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 name="Google Shape;199;g3a546d5887e_5_255"/>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0" name="Google Shape;200;g3a546d5887e_5_255"/>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1" name="Google Shape;201;g3a546d5887e_5_255"/>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2" name="Google Shape;202;g3a546d5887e_5_255"/>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3" name="Google Shape;203;g3a546d5887e_5_255"/>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4" name="Google Shape;204;g3a546d5887e_5_255"/>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5" name="Google Shape;205;g3a546d5887e_5_255"/>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06" name="Google Shape;206;g3a546d5887e_5_255"/>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207" name="Google Shape;207;g3a546d5887e_5_255"/>
          <p:cNvGrpSpPr/>
          <p:nvPr/>
        </p:nvGrpSpPr>
        <p:grpSpPr>
          <a:xfrm>
            <a:off x="890875" y="7220944"/>
            <a:ext cx="1138530" cy="1008661"/>
            <a:chOff x="460372" y="2406765"/>
            <a:chExt cx="711581" cy="630413"/>
          </a:xfrm>
        </p:grpSpPr>
        <p:grpSp>
          <p:nvGrpSpPr>
            <p:cNvPr id="208" name="Google Shape;208;g3a546d5887e_5_255"/>
            <p:cNvGrpSpPr/>
            <p:nvPr/>
          </p:nvGrpSpPr>
          <p:grpSpPr>
            <a:xfrm>
              <a:off x="666101" y="2406765"/>
              <a:ext cx="505852" cy="630413"/>
              <a:chOff x="666101" y="2406765"/>
              <a:chExt cx="505852" cy="630413"/>
            </a:xfrm>
          </p:grpSpPr>
          <p:grpSp>
            <p:nvGrpSpPr>
              <p:cNvPr id="209" name="Google Shape;209;g3a546d5887e_5_255"/>
              <p:cNvGrpSpPr/>
              <p:nvPr/>
            </p:nvGrpSpPr>
            <p:grpSpPr>
              <a:xfrm>
                <a:off x="1005171" y="2632603"/>
                <a:ext cx="166782" cy="404575"/>
                <a:chOff x="3816313" y="1611982"/>
                <a:chExt cx="1212958" cy="2940225"/>
              </a:xfrm>
            </p:grpSpPr>
            <p:sp>
              <p:nvSpPr>
                <p:cNvPr id="210" name="Google Shape;210;g3a546d5887e_5_25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1" name="Google Shape;211;g3a546d5887e_5_25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2" name="Google Shape;212;g3a546d5887e_5_25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13" name="Google Shape;213;g3a546d5887e_5_255"/>
              <p:cNvGrpSpPr/>
              <p:nvPr/>
            </p:nvGrpSpPr>
            <p:grpSpPr>
              <a:xfrm>
                <a:off x="666101" y="2406765"/>
                <a:ext cx="259816" cy="630384"/>
                <a:chOff x="3816313" y="1611982"/>
                <a:chExt cx="1212958" cy="2940225"/>
              </a:xfrm>
            </p:grpSpPr>
            <p:sp>
              <p:nvSpPr>
                <p:cNvPr id="214" name="Google Shape;214;g3a546d5887e_5_25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5" name="Google Shape;215;g3a546d5887e_5_25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6" name="Google Shape;216;g3a546d5887e_5_25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217" name="Google Shape;217;g3a546d5887e_5_255"/>
            <p:cNvGrpSpPr/>
            <p:nvPr/>
          </p:nvGrpSpPr>
          <p:grpSpPr>
            <a:xfrm>
              <a:off x="460372" y="2728161"/>
              <a:ext cx="166791" cy="302717"/>
              <a:chOff x="3816307" y="2352225"/>
              <a:chExt cx="1213027" cy="2199982"/>
            </a:xfrm>
          </p:grpSpPr>
          <p:sp>
            <p:nvSpPr>
              <p:cNvPr id="218" name="Google Shape;218;g3a546d5887e_5_25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19" name="Google Shape;219;g3a546d5887e_5_25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0" name="Google Shape;220;g3a546d5887e_5_25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21" name="Google Shape;221;g3a546d5887e_5_25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2" name="Shape 222"/>
        <p:cNvGrpSpPr/>
        <p:nvPr/>
      </p:nvGrpSpPr>
      <p:grpSpPr>
        <a:xfrm>
          <a:off x="0" y="0"/>
          <a:ext cx="0" cy="0"/>
          <a:chOff x="0" y="0"/>
          <a:chExt cx="0" cy="0"/>
        </a:xfrm>
      </p:grpSpPr>
      <p:sp>
        <p:nvSpPr>
          <p:cNvPr id="223" name="Google Shape;223;g3a546d5887e_5_377"/>
          <p:cNvSpPr txBox="1"/>
          <p:nvPr>
            <p:ph type="title"/>
          </p:nvPr>
        </p:nvSpPr>
        <p:spPr>
          <a:xfrm>
            <a:off x="1652480" y="1645120"/>
            <a:ext cx="5323200" cy="9162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24" name="Google Shape;224;g3a546d5887e_5_377"/>
          <p:cNvSpPr txBox="1"/>
          <p:nvPr>
            <p:ph idx="1" type="subTitle"/>
          </p:nvPr>
        </p:nvSpPr>
        <p:spPr>
          <a:xfrm>
            <a:off x="1652480" y="2561440"/>
            <a:ext cx="5323200" cy="29655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Font typeface="Nunito Light"/>
              <a:buChar char="●"/>
              <a:defRPr/>
            </a:lvl1pPr>
            <a:lvl2pPr lvl="1" algn="ctr">
              <a:lnSpc>
                <a:spcPct val="100000"/>
              </a:lnSpc>
              <a:spcBef>
                <a:spcPts val="0"/>
              </a:spcBef>
              <a:spcAft>
                <a:spcPts val="0"/>
              </a:spcAft>
              <a:buClr>
                <a:srgbClr val="E76A28"/>
              </a:buClr>
              <a:buSzPts val="1900"/>
              <a:buFont typeface="Nunito Light"/>
              <a:buChar char="○"/>
              <a:defRPr/>
            </a:lvl2pPr>
            <a:lvl3pPr lvl="2" algn="ctr">
              <a:lnSpc>
                <a:spcPct val="100000"/>
              </a:lnSpc>
              <a:spcBef>
                <a:spcPts val="2600"/>
              </a:spcBef>
              <a:spcAft>
                <a:spcPts val="0"/>
              </a:spcAft>
              <a:buClr>
                <a:srgbClr val="E76A28"/>
              </a:buClr>
              <a:buSzPts val="1900"/>
              <a:buFont typeface="Nunito Light"/>
              <a:buChar char="■"/>
              <a:defRPr/>
            </a:lvl3pPr>
            <a:lvl4pPr lvl="3" algn="ctr">
              <a:lnSpc>
                <a:spcPct val="100000"/>
              </a:lnSpc>
              <a:spcBef>
                <a:spcPts val="2600"/>
              </a:spcBef>
              <a:spcAft>
                <a:spcPts val="0"/>
              </a:spcAft>
              <a:buClr>
                <a:srgbClr val="E76A28"/>
              </a:buClr>
              <a:buSzPts val="1900"/>
              <a:buFont typeface="Nunito Light"/>
              <a:buChar char="●"/>
              <a:defRPr/>
            </a:lvl4pPr>
            <a:lvl5pPr lvl="4" algn="ctr">
              <a:lnSpc>
                <a:spcPct val="100000"/>
              </a:lnSpc>
              <a:spcBef>
                <a:spcPts val="2600"/>
              </a:spcBef>
              <a:spcAft>
                <a:spcPts val="0"/>
              </a:spcAft>
              <a:buClr>
                <a:srgbClr val="E76A28"/>
              </a:buClr>
              <a:buSzPts val="1900"/>
              <a:buFont typeface="Nunito Light"/>
              <a:buChar char="○"/>
              <a:defRPr/>
            </a:lvl5pPr>
            <a:lvl6pPr lvl="5" algn="ctr">
              <a:lnSpc>
                <a:spcPct val="100000"/>
              </a:lnSpc>
              <a:spcBef>
                <a:spcPts val="2600"/>
              </a:spcBef>
              <a:spcAft>
                <a:spcPts val="0"/>
              </a:spcAft>
              <a:buClr>
                <a:srgbClr val="999999"/>
              </a:buClr>
              <a:buSzPts val="1900"/>
              <a:buFont typeface="Nunito Light"/>
              <a:buChar char="■"/>
              <a:defRPr/>
            </a:lvl6pPr>
            <a:lvl7pPr lvl="6" algn="ctr">
              <a:lnSpc>
                <a:spcPct val="100000"/>
              </a:lnSpc>
              <a:spcBef>
                <a:spcPts val="2600"/>
              </a:spcBef>
              <a:spcAft>
                <a:spcPts val="0"/>
              </a:spcAft>
              <a:buClr>
                <a:srgbClr val="999999"/>
              </a:buClr>
              <a:buSzPts val="1900"/>
              <a:buFont typeface="Nunito Light"/>
              <a:buChar char="●"/>
              <a:defRPr/>
            </a:lvl7pPr>
            <a:lvl8pPr lvl="7" algn="ctr">
              <a:lnSpc>
                <a:spcPct val="100000"/>
              </a:lnSpc>
              <a:spcBef>
                <a:spcPts val="2600"/>
              </a:spcBef>
              <a:spcAft>
                <a:spcPts val="0"/>
              </a:spcAft>
              <a:buClr>
                <a:srgbClr val="999999"/>
              </a:buClr>
              <a:buSzPts val="1900"/>
              <a:buFont typeface="Nunito Light"/>
              <a:buChar char="○"/>
              <a:defRPr/>
            </a:lvl8pPr>
            <a:lvl9pPr lvl="8" algn="ctr">
              <a:lnSpc>
                <a:spcPct val="100000"/>
              </a:lnSpc>
              <a:spcBef>
                <a:spcPts val="2600"/>
              </a:spcBef>
              <a:spcAft>
                <a:spcPts val="2600"/>
              </a:spcAft>
              <a:buClr>
                <a:srgbClr val="999999"/>
              </a:buClr>
              <a:buSzPts val="1900"/>
              <a:buFont typeface="Nunito Light"/>
              <a:buChar char="■"/>
              <a:defRPr/>
            </a:lvl9pPr>
          </a:lstStyle>
          <a:p/>
        </p:txBody>
      </p:sp>
      <p:sp>
        <p:nvSpPr>
          <p:cNvPr id="225" name="Google Shape;225;g3a546d5887e_5_377"/>
          <p:cNvSpPr/>
          <p:nvPr>
            <p:ph idx="2" type="pic"/>
          </p:nvPr>
        </p:nvSpPr>
        <p:spPr>
          <a:xfrm rot="573062">
            <a:off x="8626474" y="2225787"/>
            <a:ext cx="2420959" cy="4195780"/>
          </a:xfrm>
          <a:prstGeom prst="rect">
            <a:avLst/>
          </a:prstGeom>
          <a:noFill/>
          <a:ln>
            <a:noFill/>
          </a:ln>
        </p:spPr>
      </p:sp>
      <p:grpSp>
        <p:nvGrpSpPr>
          <p:cNvPr id="226" name="Google Shape;226;g3a546d5887e_5_377"/>
          <p:cNvGrpSpPr/>
          <p:nvPr/>
        </p:nvGrpSpPr>
        <p:grpSpPr>
          <a:xfrm>
            <a:off x="870482" y="7221059"/>
            <a:ext cx="1200058" cy="1008709"/>
            <a:chOff x="1507450" y="3919292"/>
            <a:chExt cx="953486" cy="801453"/>
          </a:xfrm>
        </p:grpSpPr>
        <p:grpSp>
          <p:nvGrpSpPr>
            <p:cNvPr id="227" name="Google Shape;227;g3a546d5887e_5_377"/>
            <p:cNvGrpSpPr/>
            <p:nvPr/>
          </p:nvGrpSpPr>
          <p:grpSpPr>
            <a:xfrm>
              <a:off x="1806987" y="3919292"/>
              <a:ext cx="441906" cy="801453"/>
              <a:chOff x="3816307" y="2352225"/>
              <a:chExt cx="1213027" cy="2199982"/>
            </a:xfrm>
          </p:grpSpPr>
          <p:sp>
            <p:nvSpPr>
              <p:cNvPr id="228" name="Google Shape;228;g3a546d5887e_5_37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29" name="Google Shape;229;g3a546d5887e_5_37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0" name="Google Shape;230;g3a546d5887e_5_37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31" name="Google Shape;231;g3a546d5887e_5_377"/>
            <p:cNvGrpSpPr/>
            <p:nvPr/>
          </p:nvGrpSpPr>
          <p:grpSpPr>
            <a:xfrm>
              <a:off x="2248899" y="4334549"/>
              <a:ext cx="212037" cy="384777"/>
              <a:chOff x="3816307" y="2352225"/>
              <a:chExt cx="1213027" cy="2199982"/>
            </a:xfrm>
          </p:grpSpPr>
          <p:sp>
            <p:nvSpPr>
              <p:cNvPr id="232" name="Google Shape;232;g3a546d5887e_5_37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3" name="Google Shape;233;g3a546d5887e_5_37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4" name="Google Shape;234;g3a546d5887e_5_37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35" name="Google Shape;235;g3a546d5887e_5_377"/>
            <p:cNvGrpSpPr/>
            <p:nvPr/>
          </p:nvGrpSpPr>
          <p:grpSpPr>
            <a:xfrm>
              <a:off x="1507450" y="4205080"/>
              <a:ext cx="212025" cy="514245"/>
              <a:chOff x="3816313" y="1611982"/>
              <a:chExt cx="1212958" cy="2940225"/>
            </a:xfrm>
          </p:grpSpPr>
          <p:sp>
            <p:nvSpPr>
              <p:cNvPr id="236" name="Google Shape;236;g3a546d5887e_5_377"/>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7" name="Google Shape;237;g3a546d5887e_5_377"/>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38" name="Google Shape;238;g3a546d5887e_5_377"/>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39" name="Google Shape;239;g3a546d5887e_5_37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0" name="Shape 240"/>
        <p:cNvGrpSpPr/>
        <p:nvPr/>
      </p:nvGrpSpPr>
      <p:grpSpPr>
        <a:xfrm>
          <a:off x="0" y="0"/>
          <a:ext cx="0" cy="0"/>
          <a:chOff x="0" y="0"/>
          <a:chExt cx="0" cy="0"/>
        </a:xfrm>
      </p:grpSpPr>
      <p:sp>
        <p:nvSpPr>
          <p:cNvPr id="241" name="Google Shape;241;g3a546d5887e_5_394"/>
          <p:cNvSpPr txBox="1"/>
          <p:nvPr>
            <p:ph type="title"/>
          </p:nvPr>
        </p:nvSpPr>
        <p:spPr>
          <a:xfrm>
            <a:off x="7691480" y="3806117"/>
            <a:ext cx="5521500" cy="25041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5800"/>
              <a:buNone/>
              <a:defRPr sz="7400"/>
            </a:lvl1pPr>
            <a:lvl2pPr lvl="1" algn="ctr">
              <a:lnSpc>
                <a:spcPct val="100000"/>
              </a:lnSpc>
              <a:spcBef>
                <a:spcPts val="0"/>
              </a:spcBef>
              <a:spcAft>
                <a:spcPts val="0"/>
              </a:spcAft>
              <a:buSzPts val="5800"/>
              <a:buNone/>
              <a:defRPr sz="5800"/>
            </a:lvl2pPr>
            <a:lvl3pPr lvl="2" algn="ctr">
              <a:lnSpc>
                <a:spcPct val="100000"/>
              </a:lnSpc>
              <a:spcBef>
                <a:spcPts val="0"/>
              </a:spcBef>
              <a:spcAft>
                <a:spcPts val="0"/>
              </a:spcAft>
              <a:buSzPts val="5800"/>
              <a:buNone/>
              <a:defRPr sz="5800"/>
            </a:lvl3pPr>
            <a:lvl4pPr lvl="3" algn="ctr">
              <a:lnSpc>
                <a:spcPct val="100000"/>
              </a:lnSpc>
              <a:spcBef>
                <a:spcPts val="0"/>
              </a:spcBef>
              <a:spcAft>
                <a:spcPts val="0"/>
              </a:spcAft>
              <a:buSzPts val="5800"/>
              <a:buNone/>
              <a:defRPr sz="5800"/>
            </a:lvl4pPr>
            <a:lvl5pPr lvl="4" algn="ctr">
              <a:lnSpc>
                <a:spcPct val="100000"/>
              </a:lnSpc>
              <a:spcBef>
                <a:spcPts val="0"/>
              </a:spcBef>
              <a:spcAft>
                <a:spcPts val="0"/>
              </a:spcAft>
              <a:buSzPts val="5800"/>
              <a:buNone/>
              <a:defRPr sz="5800"/>
            </a:lvl5pPr>
            <a:lvl6pPr lvl="5" algn="ctr">
              <a:lnSpc>
                <a:spcPct val="100000"/>
              </a:lnSpc>
              <a:spcBef>
                <a:spcPts val="0"/>
              </a:spcBef>
              <a:spcAft>
                <a:spcPts val="0"/>
              </a:spcAft>
              <a:buSzPts val="5800"/>
              <a:buNone/>
              <a:defRPr sz="5800"/>
            </a:lvl6pPr>
            <a:lvl7pPr lvl="6" algn="ctr">
              <a:lnSpc>
                <a:spcPct val="100000"/>
              </a:lnSpc>
              <a:spcBef>
                <a:spcPts val="0"/>
              </a:spcBef>
              <a:spcAft>
                <a:spcPts val="0"/>
              </a:spcAft>
              <a:buSzPts val="5800"/>
              <a:buNone/>
              <a:defRPr sz="5800"/>
            </a:lvl7pPr>
            <a:lvl8pPr lvl="7" algn="ctr">
              <a:lnSpc>
                <a:spcPct val="100000"/>
              </a:lnSpc>
              <a:spcBef>
                <a:spcPts val="0"/>
              </a:spcBef>
              <a:spcAft>
                <a:spcPts val="0"/>
              </a:spcAft>
              <a:buSzPts val="5800"/>
              <a:buNone/>
              <a:defRPr sz="5800"/>
            </a:lvl8pPr>
            <a:lvl9pPr lvl="8" algn="ctr">
              <a:lnSpc>
                <a:spcPct val="100000"/>
              </a:lnSpc>
              <a:spcBef>
                <a:spcPts val="0"/>
              </a:spcBef>
              <a:spcAft>
                <a:spcPts val="0"/>
              </a:spcAft>
              <a:buSzPts val="5800"/>
              <a:buNone/>
              <a:defRPr sz="5800"/>
            </a:lvl9pPr>
          </a:lstStyle>
          <a:p/>
        </p:txBody>
      </p:sp>
      <p:sp>
        <p:nvSpPr>
          <p:cNvPr id="242" name="Google Shape;242;g3a546d5887e_5_394"/>
          <p:cNvSpPr txBox="1"/>
          <p:nvPr>
            <p:ph idx="2" type="title"/>
          </p:nvPr>
        </p:nvSpPr>
        <p:spPr>
          <a:xfrm>
            <a:off x="8588120" y="2164560"/>
            <a:ext cx="3728100" cy="14970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ctr"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85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243" name="Google Shape;243;g3a546d5887e_5_394"/>
          <p:cNvSpPr/>
          <p:nvPr>
            <p:ph idx="3" type="pic"/>
          </p:nvPr>
        </p:nvSpPr>
        <p:spPr>
          <a:xfrm rot="-754010">
            <a:off x="2880259" y="2108809"/>
            <a:ext cx="2451532" cy="4248660"/>
          </a:xfrm>
          <a:prstGeom prst="rect">
            <a:avLst/>
          </a:prstGeom>
          <a:noFill/>
          <a:ln>
            <a:noFill/>
          </a:ln>
        </p:spPr>
      </p:sp>
      <p:grpSp>
        <p:nvGrpSpPr>
          <p:cNvPr id="244" name="Google Shape;244;g3a546d5887e_5_394"/>
          <p:cNvGrpSpPr/>
          <p:nvPr/>
        </p:nvGrpSpPr>
        <p:grpSpPr>
          <a:xfrm>
            <a:off x="12129022" y="6973877"/>
            <a:ext cx="1360080" cy="1254233"/>
            <a:chOff x="3367696" y="4450908"/>
            <a:chExt cx="750017" cy="691571"/>
          </a:xfrm>
        </p:grpSpPr>
        <p:grpSp>
          <p:nvGrpSpPr>
            <p:cNvPr id="245" name="Google Shape;245;g3a546d5887e_5_394"/>
            <p:cNvGrpSpPr/>
            <p:nvPr/>
          </p:nvGrpSpPr>
          <p:grpSpPr>
            <a:xfrm>
              <a:off x="3950922" y="4839761"/>
              <a:ext cx="166791" cy="302717"/>
              <a:chOff x="3816307" y="2352225"/>
              <a:chExt cx="1213027" cy="2199982"/>
            </a:xfrm>
          </p:grpSpPr>
          <p:sp>
            <p:nvSpPr>
              <p:cNvPr id="246" name="Google Shape;246;g3a546d5887e_5_39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7" name="Google Shape;247;g3a546d5887e_5_39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48" name="Google Shape;248;g3a546d5887e_5_39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49" name="Google Shape;249;g3a546d5887e_5_394"/>
            <p:cNvGrpSpPr/>
            <p:nvPr/>
          </p:nvGrpSpPr>
          <p:grpSpPr>
            <a:xfrm>
              <a:off x="3367696" y="4737903"/>
              <a:ext cx="166782" cy="404575"/>
              <a:chOff x="3816313" y="1611982"/>
              <a:chExt cx="1212958" cy="2940225"/>
            </a:xfrm>
          </p:grpSpPr>
          <p:sp>
            <p:nvSpPr>
              <p:cNvPr id="250" name="Google Shape;250;g3a546d5887e_5_39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1" name="Google Shape;251;g3a546d5887e_5_39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2" name="Google Shape;252;g3a546d5887e_5_39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253" name="Google Shape;253;g3a546d5887e_5_394"/>
            <p:cNvGrpSpPr/>
            <p:nvPr/>
          </p:nvGrpSpPr>
          <p:grpSpPr>
            <a:xfrm>
              <a:off x="3608133" y="4450908"/>
              <a:ext cx="285045" cy="691541"/>
              <a:chOff x="3816313" y="1611982"/>
              <a:chExt cx="1212958" cy="2940225"/>
            </a:xfrm>
          </p:grpSpPr>
          <p:sp>
            <p:nvSpPr>
              <p:cNvPr id="254" name="Google Shape;254;g3a546d5887e_5_39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5" name="Google Shape;255;g3a546d5887e_5_39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56" name="Google Shape;256;g3a546d5887e_5_39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257" name="Google Shape;257;g3a546d5887e_5_39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8" name="Shape 258"/>
        <p:cNvGrpSpPr/>
        <p:nvPr/>
      </p:nvGrpSpPr>
      <p:grpSpPr>
        <a:xfrm>
          <a:off x="0" y="0"/>
          <a:ext cx="0" cy="0"/>
          <a:chOff x="0" y="0"/>
          <a:chExt cx="0" cy="0"/>
        </a:xfrm>
      </p:grpSpPr>
      <p:sp>
        <p:nvSpPr>
          <p:cNvPr id="259" name="Google Shape;259;g3a546d5887e_5_411"/>
          <p:cNvSpPr/>
          <p:nvPr/>
        </p:nvSpPr>
        <p:spPr>
          <a:xfrm>
            <a:off x="-2141682" y="565328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0" name="Google Shape;260;g3a546d5887e_5_411"/>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61" name="Google Shape;261;g3a546d5887e_5_411"/>
          <p:cNvSpPr txBox="1"/>
          <p:nvPr>
            <p:ph idx="1" type="subTitle"/>
          </p:nvPr>
        </p:nvSpPr>
        <p:spPr>
          <a:xfrm>
            <a:off x="7484765" y="4188422"/>
            <a:ext cx="4840200" cy="20775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b="0"/>
            </a:lvl1pPr>
            <a:lvl2pPr lvl="1" algn="ctr">
              <a:lnSpc>
                <a:spcPct val="100000"/>
              </a:lnSpc>
              <a:spcBef>
                <a:spcPts val="0"/>
              </a:spcBef>
              <a:spcAft>
                <a:spcPts val="0"/>
              </a:spcAft>
              <a:buSzPts val="1900"/>
              <a:buNone/>
              <a:defRPr/>
            </a:lvl2pPr>
            <a:lvl3pPr lvl="2" algn="ctr">
              <a:lnSpc>
                <a:spcPct val="100000"/>
              </a:lnSpc>
              <a:spcBef>
                <a:spcPts val="0"/>
              </a:spcBef>
              <a:spcAft>
                <a:spcPts val="0"/>
              </a:spcAft>
              <a:buSzPts val="1900"/>
              <a:buNone/>
              <a:defRPr/>
            </a:lvl3pPr>
            <a:lvl4pPr lvl="3" algn="ctr">
              <a:lnSpc>
                <a:spcPct val="100000"/>
              </a:lnSpc>
              <a:spcBef>
                <a:spcPts val="0"/>
              </a:spcBef>
              <a:spcAft>
                <a:spcPts val="0"/>
              </a:spcAft>
              <a:buSzPts val="1900"/>
              <a:buNone/>
              <a:defRPr/>
            </a:lvl4pPr>
            <a:lvl5pPr lvl="4" algn="ctr">
              <a:lnSpc>
                <a:spcPct val="100000"/>
              </a:lnSpc>
              <a:spcBef>
                <a:spcPts val="0"/>
              </a:spcBef>
              <a:spcAft>
                <a:spcPts val="0"/>
              </a:spcAft>
              <a:buSzPts val="1900"/>
              <a:buNone/>
              <a:defRPr/>
            </a:lvl5pPr>
            <a:lvl6pPr lvl="5" algn="ctr">
              <a:lnSpc>
                <a:spcPct val="100000"/>
              </a:lnSpc>
              <a:spcBef>
                <a:spcPts val="0"/>
              </a:spcBef>
              <a:spcAft>
                <a:spcPts val="0"/>
              </a:spcAft>
              <a:buSzPts val="1900"/>
              <a:buNone/>
              <a:defRPr/>
            </a:lvl6pPr>
            <a:lvl7pPr lvl="6" algn="ctr">
              <a:lnSpc>
                <a:spcPct val="100000"/>
              </a:lnSpc>
              <a:spcBef>
                <a:spcPts val="0"/>
              </a:spcBef>
              <a:spcAft>
                <a:spcPts val="0"/>
              </a:spcAft>
              <a:buSzPts val="1900"/>
              <a:buNone/>
              <a:defRPr/>
            </a:lvl7pPr>
            <a:lvl8pPr lvl="7" algn="ctr">
              <a:lnSpc>
                <a:spcPct val="100000"/>
              </a:lnSpc>
              <a:spcBef>
                <a:spcPts val="0"/>
              </a:spcBef>
              <a:spcAft>
                <a:spcPts val="0"/>
              </a:spcAft>
              <a:buSzPts val="1900"/>
              <a:buNone/>
              <a:defRPr/>
            </a:lvl8pPr>
            <a:lvl9pPr lvl="8" algn="ctr">
              <a:lnSpc>
                <a:spcPct val="100000"/>
              </a:lnSpc>
              <a:spcBef>
                <a:spcPts val="0"/>
              </a:spcBef>
              <a:spcAft>
                <a:spcPts val="0"/>
              </a:spcAft>
              <a:buSzPts val="1900"/>
              <a:buNone/>
              <a:defRPr/>
            </a:lvl9pPr>
          </a:lstStyle>
          <a:p/>
        </p:txBody>
      </p:sp>
      <p:sp>
        <p:nvSpPr>
          <p:cNvPr id="262" name="Google Shape;262;g3a546d5887e_5_411"/>
          <p:cNvSpPr txBox="1"/>
          <p:nvPr>
            <p:ph idx="2" type="subTitle"/>
          </p:nvPr>
        </p:nvSpPr>
        <p:spPr>
          <a:xfrm>
            <a:off x="2305315" y="4188419"/>
            <a:ext cx="4842600" cy="20775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b="0"/>
            </a:lvl1pPr>
            <a:lvl2pPr lvl="1" algn="ctr">
              <a:lnSpc>
                <a:spcPct val="100000"/>
              </a:lnSpc>
              <a:spcBef>
                <a:spcPts val="0"/>
              </a:spcBef>
              <a:spcAft>
                <a:spcPts val="0"/>
              </a:spcAft>
              <a:buSzPts val="1900"/>
              <a:buNone/>
              <a:defRPr/>
            </a:lvl2pPr>
            <a:lvl3pPr lvl="2" algn="ctr">
              <a:lnSpc>
                <a:spcPct val="100000"/>
              </a:lnSpc>
              <a:spcBef>
                <a:spcPts val="0"/>
              </a:spcBef>
              <a:spcAft>
                <a:spcPts val="0"/>
              </a:spcAft>
              <a:buSzPts val="1900"/>
              <a:buNone/>
              <a:defRPr/>
            </a:lvl3pPr>
            <a:lvl4pPr lvl="3" algn="ctr">
              <a:lnSpc>
                <a:spcPct val="100000"/>
              </a:lnSpc>
              <a:spcBef>
                <a:spcPts val="0"/>
              </a:spcBef>
              <a:spcAft>
                <a:spcPts val="0"/>
              </a:spcAft>
              <a:buSzPts val="1900"/>
              <a:buNone/>
              <a:defRPr/>
            </a:lvl4pPr>
            <a:lvl5pPr lvl="4" algn="ctr">
              <a:lnSpc>
                <a:spcPct val="100000"/>
              </a:lnSpc>
              <a:spcBef>
                <a:spcPts val="0"/>
              </a:spcBef>
              <a:spcAft>
                <a:spcPts val="0"/>
              </a:spcAft>
              <a:buSzPts val="1900"/>
              <a:buNone/>
              <a:defRPr/>
            </a:lvl5pPr>
            <a:lvl6pPr lvl="5" algn="ctr">
              <a:lnSpc>
                <a:spcPct val="100000"/>
              </a:lnSpc>
              <a:spcBef>
                <a:spcPts val="0"/>
              </a:spcBef>
              <a:spcAft>
                <a:spcPts val="0"/>
              </a:spcAft>
              <a:buSzPts val="1900"/>
              <a:buNone/>
              <a:defRPr/>
            </a:lvl6pPr>
            <a:lvl7pPr lvl="6" algn="ctr">
              <a:lnSpc>
                <a:spcPct val="100000"/>
              </a:lnSpc>
              <a:spcBef>
                <a:spcPts val="0"/>
              </a:spcBef>
              <a:spcAft>
                <a:spcPts val="0"/>
              </a:spcAft>
              <a:buSzPts val="1900"/>
              <a:buNone/>
              <a:defRPr/>
            </a:lvl7pPr>
            <a:lvl8pPr lvl="7" algn="ctr">
              <a:lnSpc>
                <a:spcPct val="100000"/>
              </a:lnSpc>
              <a:spcBef>
                <a:spcPts val="0"/>
              </a:spcBef>
              <a:spcAft>
                <a:spcPts val="0"/>
              </a:spcAft>
              <a:buSzPts val="1900"/>
              <a:buNone/>
              <a:defRPr/>
            </a:lvl8pPr>
            <a:lvl9pPr lvl="8" algn="ctr">
              <a:lnSpc>
                <a:spcPct val="100000"/>
              </a:lnSpc>
              <a:spcBef>
                <a:spcPts val="0"/>
              </a:spcBef>
              <a:spcAft>
                <a:spcPts val="0"/>
              </a:spcAft>
              <a:buSzPts val="1900"/>
              <a:buNone/>
              <a:defRPr/>
            </a:lvl9pPr>
          </a:lstStyle>
          <a:p/>
        </p:txBody>
      </p:sp>
      <p:sp>
        <p:nvSpPr>
          <p:cNvPr id="263" name="Google Shape;263;g3a546d5887e_5_411"/>
          <p:cNvSpPr txBox="1"/>
          <p:nvPr>
            <p:ph idx="3" type="subTitle"/>
          </p:nvPr>
        </p:nvSpPr>
        <p:spPr>
          <a:xfrm>
            <a:off x="2305315" y="3579883"/>
            <a:ext cx="4842600" cy="7314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264" name="Google Shape;264;g3a546d5887e_5_411"/>
          <p:cNvSpPr txBox="1"/>
          <p:nvPr>
            <p:ph idx="4" type="subTitle"/>
          </p:nvPr>
        </p:nvSpPr>
        <p:spPr>
          <a:xfrm>
            <a:off x="7484765" y="3579901"/>
            <a:ext cx="4840200" cy="7314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grpSp>
        <p:nvGrpSpPr>
          <p:cNvPr id="265" name="Google Shape;265;g3a546d5887e_5_411"/>
          <p:cNvGrpSpPr/>
          <p:nvPr/>
        </p:nvGrpSpPr>
        <p:grpSpPr>
          <a:xfrm rot="-5400000">
            <a:off x="9232009" y="-2285633"/>
            <a:ext cx="10212700" cy="2597679"/>
            <a:chOff x="713181" y="3935229"/>
            <a:chExt cx="6382937" cy="1623549"/>
          </a:xfrm>
        </p:grpSpPr>
        <p:sp>
          <p:nvSpPr>
            <p:cNvPr id="266" name="Google Shape;266;g3a546d5887e_5_411"/>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267" name="Google Shape;267;g3a546d5887e_5_411"/>
            <p:cNvGrpSpPr/>
            <p:nvPr/>
          </p:nvGrpSpPr>
          <p:grpSpPr>
            <a:xfrm flipH="1" rot="5400000">
              <a:off x="3392072" y="1847513"/>
              <a:ext cx="1257637" cy="5799003"/>
              <a:chOff x="3563222" y="101822"/>
              <a:chExt cx="1212180" cy="5125964"/>
            </a:xfrm>
          </p:grpSpPr>
          <p:sp>
            <p:nvSpPr>
              <p:cNvPr id="268" name="Google Shape;268;g3a546d5887e_5_411"/>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69" name="Google Shape;269;g3a546d5887e_5_411"/>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0" name="Google Shape;270;g3a546d5887e_5_411"/>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1" name="Google Shape;271;g3a546d5887e_5_411"/>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2" name="Google Shape;272;g3a546d5887e_5_411"/>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3" name="Google Shape;273;g3a546d5887e_5_411"/>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4" name="Google Shape;274;g3a546d5887e_5_411"/>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5" name="Google Shape;275;g3a546d5887e_5_411"/>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6" name="Google Shape;276;g3a546d5887e_5_411"/>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7" name="Google Shape;277;g3a546d5887e_5_411"/>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8" name="Google Shape;278;g3a546d5887e_5_411"/>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79" name="Google Shape;279;g3a546d5887e_5_411"/>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0" name="Google Shape;280;g3a546d5887e_5_411"/>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1" name="Google Shape;281;g3a546d5887e_5_411"/>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2" name="Google Shape;282;g3a546d5887e_5_411"/>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3" name="Google Shape;283;g3a546d5887e_5_411"/>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4" name="Google Shape;284;g3a546d5887e_5_411"/>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5" name="Google Shape;285;g3a546d5887e_5_411"/>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6" name="Google Shape;286;g3a546d5887e_5_411"/>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7" name="Google Shape;287;g3a546d5887e_5_411"/>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8" name="Google Shape;288;g3a546d5887e_5_411"/>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89" name="Google Shape;289;g3a546d5887e_5_411"/>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0" name="Google Shape;290;g3a546d5887e_5_411"/>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1" name="Google Shape;291;g3a546d5887e_5_411"/>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2" name="Google Shape;292;g3a546d5887e_5_411"/>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3" name="Google Shape;293;g3a546d5887e_5_411"/>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4" name="Google Shape;294;g3a546d5887e_5_411"/>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5" name="Google Shape;295;g3a546d5887e_5_411"/>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6" name="Google Shape;296;g3a546d5887e_5_411"/>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7" name="Google Shape;297;g3a546d5887e_5_411"/>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8" name="Google Shape;298;g3a546d5887e_5_411"/>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299" name="Google Shape;299;g3a546d5887e_5_411"/>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0" name="Google Shape;300;g3a546d5887e_5_411"/>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1" name="Google Shape;301;g3a546d5887e_5_411"/>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2" name="Google Shape;302;g3a546d5887e_5_411"/>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3" name="Google Shape;303;g3a546d5887e_5_411"/>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4" name="Google Shape;304;g3a546d5887e_5_411"/>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5" name="Google Shape;305;g3a546d5887e_5_411"/>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6" name="Google Shape;306;g3a546d5887e_5_411"/>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7" name="Google Shape;307;g3a546d5887e_5_411"/>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8" name="Google Shape;308;g3a546d5887e_5_411"/>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09" name="Google Shape;309;g3a546d5887e_5_411"/>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0" name="Google Shape;310;g3a546d5887e_5_411"/>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1" name="Google Shape;311;g3a546d5887e_5_411"/>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2" name="Google Shape;312;g3a546d5887e_5_411"/>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3" name="Google Shape;313;g3a546d5887e_5_411"/>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4" name="Google Shape;314;g3a546d5887e_5_411"/>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5" name="Google Shape;315;g3a546d5887e_5_411"/>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6" name="Google Shape;316;g3a546d5887e_5_411"/>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7" name="Google Shape;317;g3a546d5887e_5_411"/>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8" name="Google Shape;318;g3a546d5887e_5_411"/>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19" name="Google Shape;319;g3a546d5887e_5_411"/>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0" name="Google Shape;320;g3a546d5887e_5_411"/>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1" name="Google Shape;321;g3a546d5887e_5_411"/>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2" name="Google Shape;322;g3a546d5887e_5_411"/>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3" name="Google Shape;323;g3a546d5887e_5_411"/>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4" name="Google Shape;324;g3a546d5887e_5_411"/>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5" name="Google Shape;325;g3a546d5887e_5_411"/>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6" name="Google Shape;326;g3a546d5887e_5_411"/>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7" name="Google Shape;327;g3a546d5887e_5_411"/>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8" name="Google Shape;328;g3a546d5887e_5_411"/>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29" name="Google Shape;329;g3a546d5887e_5_411"/>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0" name="Google Shape;330;g3a546d5887e_5_411"/>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1" name="Google Shape;331;g3a546d5887e_5_411"/>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2" name="Google Shape;332;g3a546d5887e_5_411"/>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3" name="Google Shape;333;g3a546d5887e_5_411"/>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4" name="Google Shape;334;g3a546d5887e_5_411"/>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5" name="Google Shape;335;g3a546d5887e_5_411"/>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6" name="Google Shape;336;g3a546d5887e_5_411"/>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7" name="Google Shape;337;g3a546d5887e_5_411"/>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8" name="Google Shape;338;g3a546d5887e_5_411"/>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39" name="Google Shape;339;g3a546d5887e_5_411"/>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0" name="Google Shape;340;g3a546d5887e_5_411"/>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1" name="Google Shape;341;g3a546d5887e_5_411"/>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2" name="Google Shape;342;g3a546d5887e_5_411"/>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3" name="Google Shape;343;g3a546d5887e_5_411"/>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4" name="Google Shape;344;g3a546d5887e_5_411"/>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5" name="Google Shape;345;g3a546d5887e_5_411"/>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6" name="Google Shape;346;g3a546d5887e_5_411"/>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7" name="Google Shape;347;g3a546d5887e_5_411"/>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8" name="Google Shape;348;g3a546d5887e_5_411"/>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49" name="Google Shape;349;g3a546d5887e_5_411"/>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0" name="Google Shape;350;g3a546d5887e_5_411"/>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1" name="Google Shape;351;g3a546d5887e_5_411"/>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352" name="Google Shape;352;g3a546d5887e_5_411"/>
          <p:cNvGrpSpPr/>
          <p:nvPr/>
        </p:nvGrpSpPr>
        <p:grpSpPr>
          <a:xfrm>
            <a:off x="-4729012" y="5251431"/>
            <a:ext cx="22157030" cy="2747559"/>
            <a:chOff x="3225200" y="1878300"/>
            <a:chExt cx="5251850" cy="651250"/>
          </a:xfrm>
        </p:grpSpPr>
        <p:sp>
          <p:nvSpPr>
            <p:cNvPr id="353" name="Google Shape;353;g3a546d5887e_5_411"/>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4" name="Google Shape;354;g3a546d5887e_5_411"/>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5" name="Google Shape;355;g3a546d5887e_5_411"/>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6" name="Google Shape;356;g3a546d5887e_5_411"/>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7" name="Google Shape;357;g3a546d5887e_5_411"/>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8" name="Google Shape;358;g3a546d5887e_5_411"/>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59" name="Google Shape;359;g3a546d5887e_5_411"/>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0" name="Google Shape;360;g3a546d5887e_5_411"/>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1" name="Google Shape;361;g3a546d5887e_5_411"/>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2" name="Google Shape;362;g3a546d5887e_5_411"/>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3" name="Google Shape;363;g3a546d5887e_5_411"/>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4" name="Google Shape;364;g3a546d5887e_5_411"/>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5" name="Google Shape;365;g3a546d5887e_5_411"/>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6" name="Google Shape;366;g3a546d5887e_5_411"/>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7" name="Google Shape;367;g3a546d5887e_5_411"/>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8" name="Google Shape;368;g3a546d5887e_5_411"/>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69" name="Google Shape;369;g3a546d5887e_5_411"/>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0" name="Google Shape;370;g3a546d5887e_5_411"/>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1" name="Google Shape;371;g3a546d5887e_5_411"/>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2" name="Google Shape;372;g3a546d5887e_5_411"/>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3" name="Google Shape;373;g3a546d5887e_5_411"/>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4" name="Google Shape;374;g3a546d5887e_5_411"/>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5" name="Google Shape;375;g3a546d5887e_5_411"/>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6" name="Google Shape;376;g3a546d5887e_5_411"/>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7" name="Google Shape;377;g3a546d5887e_5_411"/>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8" name="Google Shape;378;g3a546d5887e_5_411"/>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79" name="Google Shape;379;g3a546d5887e_5_411"/>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0" name="Google Shape;380;g3a546d5887e_5_411"/>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1" name="Google Shape;381;g3a546d5887e_5_411"/>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2" name="Google Shape;382;g3a546d5887e_5_411"/>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3" name="Google Shape;383;g3a546d5887e_5_411"/>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4" name="Google Shape;384;g3a546d5887e_5_411"/>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5" name="Google Shape;385;g3a546d5887e_5_411"/>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6" name="Google Shape;386;g3a546d5887e_5_411"/>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7" name="Google Shape;387;g3a546d5887e_5_411"/>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8" name="Google Shape;388;g3a546d5887e_5_411"/>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89" name="Google Shape;389;g3a546d5887e_5_411"/>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0" name="Google Shape;390;g3a546d5887e_5_411"/>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1" name="Google Shape;391;g3a546d5887e_5_411"/>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2" name="Google Shape;392;g3a546d5887e_5_411"/>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3" name="Google Shape;393;g3a546d5887e_5_411"/>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4" name="Google Shape;394;g3a546d5887e_5_411"/>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5" name="Google Shape;395;g3a546d5887e_5_411"/>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6" name="Google Shape;396;g3a546d5887e_5_411"/>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7" name="Google Shape;397;g3a546d5887e_5_411"/>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8" name="Google Shape;398;g3a546d5887e_5_411"/>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399" name="Google Shape;399;g3a546d5887e_5_411"/>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0" name="Google Shape;400;g3a546d5887e_5_411"/>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1" name="Google Shape;401;g3a546d5887e_5_411"/>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2" name="Google Shape;402;g3a546d5887e_5_411"/>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3" name="Google Shape;403;g3a546d5887e_5_411"/>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4" name="Google Shape;404;g3a546d5887e_5_411"/>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5" name="Google Shape;405;g3a546d5887e_5_411"/>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6" name="Google Shape;406;g3a546d5887e_5_411"/>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7" name="Google Shape;407;g3a546d5887e_5_411"/>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8" name="Google Shape;408;g3a546d5887e_5_411"/>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09" name="Google Shape;409;g3a546d5887e_5_411"/>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0" name="Google Shape;410;g3a546d5887e_5_411"/>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1" name="Google Shape;411;g3a546d5887e_5_411"/>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2" name="Google Shape;412;g3a546d5887e_5_411"/>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3" name="Google Shape;413;g3a546d5887e_5_411"/>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4" name="Google Shape;414;g3a546d5887e_5_411"/>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5" name="Google Shape;415;g3a546d5887e_5_411"/>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6" name="Google Shape;416;g3a546d5887e_5_411"/>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7" name="Google Shape;417;g3a546d5887e_5_411"/>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8" name="Google Shape;418;g3a546d5887e_5_411"/>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19" name="Google Shape;419;g3a546d5887e_5_411"/>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0" name="Google Shape;420;g3a546d5887e_5_411"/>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1" name="Google Shape;421;g3a546d5887e_5_411"/>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2" name="Google Shape;422;g3a546d5887e_5_411"/>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3" name="Google Shape;423;g3a546d5887e_5_411"/>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4" name="Google Shape;424;g3a546d5887e_5_411"/>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5" name="Google Shape;425;g3a546d5887e_5_411"/>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6" name="Google Shape;426;g3a546d5887e_5_411"/>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7" name="Google Shape;427;g3a546d5887e_5_411"/>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8" name="Google Shape;428;g3a546d5887e_5_411"/>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29" name="Google Shape;429;g3a546d5887e_5_411"/>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0" name="Google Shape;430;g3a546d5887e_5_411"/>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1" name="Google Shape;431;g3a546d5887e_5_411"/>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2" name="Google Shape;432;g3a546d5887e_5_411"/>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3" name="Google Shape;433;g3a546d5887e_5_411"/>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4" name="Google Shape;434;g3a546d5887e_5_411"/>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5" name="Google Shape;435;g3a546d5887e_5_411"/>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6" name="Google Shape;436;g3a546d5887e_5_411"/>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7" name="Google Shape;437;g3a546d5887e_5_411"/>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8" name="Google Shape;438;g3a546d5887e_5_411"/>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39" name="Google Shape;439;g3a546d5887e_5_411"/>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0" name="Google Shape;440;g3a546d5887e_5_411"/>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1" name="Google Shape;441;g3a546d5887e_5_411"/>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2" name="Google Shape;442;g3a546d5887e_5_411"/>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3" name="Google Shape;443;g3a546d5887e_5_411"/>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4" name="Google Shape;444;g3a546d5887e_5_411"/>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5" name="Google Shape;445;g3a546d5887e_5_411"/>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6" name="Google Shape;446;g3a546d5887e_5_411"/>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7" name="Google Shape;447;g3a546d5887e_5_411"/>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8" name="Google Shape;448;g3a546d5887e_5_411"/>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49" name="Google Shape;449;g3a546d5887e_5_411"/>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0" name="Google Shape;450;g3a546d5887e_5_411"/>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1" name="Google Shape;451;g3a546d5887e_5_411"/>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2" name="Google Shape;452;g3a546d5887e_5_411"/>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3" name="Google Shape;453;g3a546d5887e_5_411"/>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4" name="Google Shape;454;g3a546d5887e_5_411"/>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5" name="Google Shape;455;g3a546d5887e_5_411"/>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6" name="Google Shape;456;g3a546d5887e_5_411"/>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7" name="Google Shape;457;g3a546d5887e_5_411"/>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8" name="Google Shape;458;g3a546d5887e_5_411"/>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59" name="Google Shape;459;g3a546d5887e_5_411"/>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0" name="Google Shape;460;g3a546d5887e_5_411"/>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1" name="Google Shape;461;g3a546d5887e_5_411"/>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2" name="Google Shape;462;g3a546d5887e_5_411"/>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3" name="Google Shape;463;g3a546d5887e_5_411"/>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4" name="Google Shape;464;g3a546d5887e_5_411"/>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5" name="Google Shape;465;g3a546d5887e_5_411"/>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6" name="Google Shape;466;g3a546d5887e_5_411"/>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7" name="Google Shape;467;g3a546d5887e_5_411"/>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8" name="Google Shape;468;g3a546d5887e_5_411"/>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69" name="Google Shape;469;g3a546d5887e_5_411"/>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0" name="Google Shape;470;g3a546d5887e_5_411"/>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1" name="Google Shape;471;g3a546d5887e_5_411"/>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2" name="Google Shape;472;g3a546d5887e_5_411"/>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3" name="Google Shape;473;g3a546d5887e_5_411"/>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4" name="Google Shape;474;g3a546d5887e_5_411"/>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5" name="Google Shape;475;g3a546d5887e_5_411"/>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6" name="Google Shape;476;g3a546d5887e_5_411"/>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7" name="Google Shape;477;g3a546d5887e_5_411"/>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8" name="Google Shape;478;g3a546d5887e_5_411"/>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79" name="Google Shape;479;g3a546d5887e_5_411"/>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0" name="Google Shape;480;g3a546d5887e_5_411"/>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1" name="Google Shape;481;g3a546d5887e_5_411"/>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2" name="Google Shape;482;g3a546d5887e_5_411"/>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3" name="Google Shape;483;g3a546d5887e_5_411"/>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4" name="Google Shape;484;g3a546d5887e_5_411"/>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5" name="Google Shape;485;g3a546d5887e_5_411"/>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6" name="Google Shape;486;g3a546d5887e_5_411"/>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7" name="Google Shape;487;g3a546d5887e_5_411"/>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8" name="Google Shape;488;g3a546d5887e_5_411"/>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89" name="Google Shape;489;g3a546d5887e_5_411"/>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0" name="Google Shape;490;g3a546d5887e_5_411"/>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1" name="Google Shape;491;g3a546d5887e_5_411"/>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2" name="Google Shape;492;g3a546d5887e_5_411"/>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3" name="Google Shape;493;g3a546d5887e_5_411"/>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4" name="Google Shape;494;g3a546d5887e_5_411"/>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5" name="Google Shape;495;g3a546d5887e_5_411"/>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6" name="Google Shape;496;g3a546d5887e_5_411"/>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7" name="Google Shape;497;g3a546d5887e_5_411"/>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8" name="Google Shape;498;g3a546d5887e_5_411"/>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499" name="Google Shape;499;g3a546d5887e_5_411"/>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0" name="Google Shape;500;g3a546d5887e_5_411"/>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01" name="Google Shape;501;g3a546d5887e_5_411"/>
          <p:cNvGrpSpPr/>
          <p:nvPr/>
        </p:nvGrpSpPr>
        <p:grpSpPr>
          <a:xfrm flipH="1">
            <a:off x="1011987" y="7221018"/>
            <a:ext cx="822797" cy="1008824"/>
            <a:chOff x="1551615" y="4513162"/>
            <a:chExt cx="514248" cy="630515"/>
          </a:xfrm>
        </p:grpSpPr>
        <p:grpSp>
          <p:nvGrpSpPr>
            <p:cNvPr id="502" name="Google Shape;502;g3a546d5887e_5_411"/>
            <p:cNvGrpSpPr/>
            <p:nvPr/>
          </p:nvGrpSpPr>
          <p:grpSpPr>
            <a:xfrm>
              <a:off x="1551615" y="4513162"/>
              <a:ext cx="347653" cy="630515"/>
              <a:chOff x="3816307" y="2352225"/>
              <a:chExt cx="1213027" cy="2199982"/>
            </a:xfrm>
          </p:grpSpPr>
          <p:sp>
            <p:nvSpPr>
              <p:cNvPr id="503" name="Google Shape;503;g3a546d5887e_5_4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4" name="Google Shape;504;g3a546d5887e_5_4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5" name="Google Shape;505;g3a546d5887e_5_4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06" name="Google Shape;506;g3a546d5887e_5_411"/>
            <p:cNvGrpSpPr/>
            <p:nvPr/>
          </p:nvGrpSpPr>
          <p:grpSpPr>
            <a:xfrm>
              <a:off x="1899072" y="4839761"/>
              <a:ext cx="166791" cy="302717"/>
              <a:chOff x="3816307" y="2352225"/>
              <a:chExt cx="1213027" cy="2199982"/>
            </a:xfrm>
          </p:grpSpPr>
          <p:sp>
            <p:nvSpPr>
              <p:cNvPr id="507" name="Google Shape;507;g3a546d5887e_5_4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8" name="Google Shape;508;g3a546d5887e_5_4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09" name="Google Shape;509;g3a546d5887e_5_4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510" name="Google Shape;510;g3a546d5887e_5_411"/>
          <p:cNvGrpSpPr/>
          <p:nvPr/>
        </p:nvGrpSpPr>
        <p:grpSpPr>
          <a:xfrm>
            <a:off x="12024030" y="6022174"/>
            <a:ext cx="1896204" cy="1804168"/>
            <a:chOff x="7900788" y="3763745"/>
            <a:chExt cx="1185128" cy="1127605"/>
          </a:xfrm>
        </p:grpSpPr>
        <p:grpSp>
          <p:nvGrpSpPr>
            <p:cNvPr id="511" name="Google Shape;511;g3a546d5887e_5_411"/>
            <p:cNvGrpSpPr/>
            <p:nvPr/>
          </p:nvGrpSpPr>
          <p:grpSpPr>
            <a:xfrm>
              <a:off x="7900788" y="4339434"/>
              <a:ext cx="1185128" cy="551916"/>
              <a:chOff x="7728113" y="4430334"/>
              <a:chExt cx="1185128" cy="551916"/>
            </a:xfrm>
          </p:grpSpPr>
          <p:sp>
            <p:nvSpPr>
              <p:cNvPr id="512" name="Google Shape;512;g3a546d5887e_5_411"/>
              <p:cNvSpPr/>
              <p:nvPr/>
            </p:nvSpPr>
            <p:spPr>
              <a:xfrm>
                <a:off x="7728113" y="4848450"/>
                <a:ext cx="993600" cy="1338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13" name="Google Shape;513;g3a546d5887e_5_411"/>
              <p:cNvGrpSpPr/>
              <p:nvPr/>
            </p:nvGrpSpPr>
            <p:grpSpPr>
              <a:xfrm>
                <a:off x="7740297" y="4430334"/>
                <a:ext cx="1172944" cy="463143"/>
                <a:chOff x="2434350" y="2965420"/>
                <a:chExt cx="3877500" cy="1531050"/>
              </a:xfrm>
            </p:grpSpPr>
            <p:sp>
              <p:nvSpPr>
                <p:cNvPr id="514" name="Google Shape;514;g3a546d5887e_5_411"/>
                <p:cNvSpPr/>
                <p:nvPr/>
              </p:nvSpPr>
              <p:spPr>
                <a:xfrm>
                  <a:off x="3554346" y="3159217"/>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5" name="Google Shape;515;g3a546d5887e_5_411"/>
                <p:cNvSpPr/>
                <p:nvPr/>
              </p:nvSpPr>
              <p:spPr>
                <a:xfrm>
                  <a:off x="3554346" y="3166604"/>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6" name="Google Shape;516;g3a546d5887e_5_411"/>
                <p:cNvSpPr/>
                <p:nvPr/>
              </p:nvSpPr>
              <p:spPr>
                <a:xfrm>
                  <a:off x="3731582" y="3088440"/>
                  <a:ext cx="458959" cy="476308"/>
                </a:xfrm>
                <a:custGeom>
                  <a:rect b="b" l="l" r="r" t="t"/>
                  <a:pathLst>
                    <a:path extrusionOk="0" h="2416" w="2328">
                      <a:moveTo>
                        <a:pt x="1142" y="1"/>
                      </a:moveTo>
                      <a:cubicBezTo>
                        <a:pt x="1120" y="1"/>
                        <a:pt x="1098" y="1"/>
                        <a:pt x="1075" y="3"/>
                      </a:cubicBezTo>
                      <a:lnTo>
                        <a:pt x="843" y="16"/>
                      </a:lnTo>
                      <a:lnTo>
                        <a:pt x="856" y="45"/>
                      </a:lnTo>
                      <a:cubicBezTo>
                        <a:pt x="353" y="196"/>
                        <a:pt x="0" y="699"/>
                        <a:pt x="39" y="1284"/>
                      </a:cubicBezTo>
                      <a:cubicBezTo>
                        <a:pt x="82" y="1856"/>
                        <a:pt x="503" y="2320"/>
                        <a:pt x="1007" y="2402"/>
                      </a:cubicBezTo>
                      <a:lnTo>
                        <a:pt x="1020" y="2415"/>
                      </a:lnTo>
                      <a:lnTo>
                        <a:pt x="1239" y="2402"/>
                      </a:lnTo>
                      <a:cubicBezTo>
                        <a:pt x="1866" y="2360"/>
                        <a:pt x="2327" y="1788"/>
                        <a:pt x="2275" y="1134"/>
                      </a:cubicBezTo>
                      <a:cubicBezTo>
                        <a:pt x="2234" y="491"/>
                        <a:pt x="1726" y="1"/>
                        <a:pt x="1142"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7" name="Google Shape;517;g3a546d5887e_5_411"/>
                <p:cNvSpPr/>
                <p:nvPr/>
              </p:nvSpPr>
              <p:spPr>
                <a:xfrm>
                  <a:off x="3717978" y="3091200"/>
                  <a:ext cx="394492" cy="473943"/>
                </a:xfrm>
                <a:custGeom>
                  <a:rect b="b" l="l" r="r" t="t"/>
                  <a:pathLst>
                    <a:path extrusionOk="0" h="2404" w="2001">
                      <a:moveTo>
                        <a:pt x="952" y="1"/>
                      </a:moveTo>
                      <a:cubicBezTo>
                        <a:pt x="939" y="1"/>
                        <a:pt x="926" y="1"/>
                        <a:pt x="912" y="2"/>
                      </a:cubicBezTo>
                      <a:cubicBezTo>
                        <a:pt x="396" y="44"/>
                        <a:pt x="0" y="616"/>
                        <a:pt x="40" y="1270"/>
                      </a:cubicBezTo>
                      <a:cubicBezTo>
                        <a:pt x="81" y="1913"/>
                        <a:pt x="525" y="2403"/>
                        <a:pt x="1031" y="2403"/>
                      </a:cubicBezTo>
                      <a:cubicBezTo>
                        <a:pt x="1050" y="2403"/>
                        <a:pt x="1070" y="2403"/>
                        <a:pt x="1089" y="2401"/>
                      </a:cubicBezTo>
                      <a:cubicBezTo>
                        <a:pt x="1609" y="2372"/>
                        <a:pt x="2001" y="1800"/>
                        <a:pt x="1962" y="1146"/>
                      </a:cubicBezTo>
                      <a:cubicBezTo>
                        <a:pt x="1920" y="496"/>
                        <a:pt x="1469" y="1"/>
                        <a:pt x="952"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8" name="Google Shape;518;g3a546d5887e_5_411"/>
                <p:cNvSpPr/>
                <p:nvPr/>
              </p:nvSpPr>
              <p:spPr>
                <a:xfrm>
                  <a:off x="5541003" y="2965420"/>
                  <a:ext cx="459551" cy="475520"/>
                </a:xfrm>
                <a:custGeom>
                  <a:rect b="b" l="l" r="r" t="t"/>
                  <a:pathLst>
                    <a:path extrusionOk="0" h="2412" w="2331">
                      <a:moveTo>
                        <a:pt x="1150" y="0"/>
                      </a:moveTo>
                      <a:cubicBezTo>
                        <a:pt x="1125" y="0"/>
                        <a:pt x="1101" y="1"/>
                        <a:pt x="1076" y="3"/>
                      </a:cubicBezTo>
                      <a:lnTo>
                        <a:pt x="844" y="16"/>
                      </a:lnTo>
                      <a:lnTo>
                        <a:pt x="860" y="42"/>
                      </a:lnTo>
                      <a:cubicBezTo>
                        <a:pt x="353" y="192"/>
                        <a:pt x="0" y="695"/>
                        <a:pt x="43" y="1281"/>
                      </a:cubicBezTo>
                      <a:cubicBezTo>
                        <a:pt x="82" y="1853"/>
                        <a:pt x="504" y="2317"/>
                        <a:pt x="1007" y="2385"/>
                      </a:cubicBezTo>
                      <a:lnTo>
                        <a:pt x="1023" y="2412"/>
                      </a:lnTo>
                      <a:lnTo>
                        <a:pt x="1239" y="2398"/>
                      </a:lnTo>
                      <a:cubicBezTo>
                        <a:pt x="1867" y="2356"/>
                        <a:pt x="2331" y="1784"/>
                        <a:pt x="2275" y="1117"/>
                      </a:cubicBezTo>
                      <a:cubicBezTo>
                        <a:pt x="2235" y="489"/>
                        <a:pt x="1744" y="0"/>
                        <a:pt x="1150"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19" name="Google Shape;519;g3a546d5887e_5_411"/>
                <p:cNvSpPr/>
                <p:nvPr/>
              </p:nvSpPr>
              <p:spPr>
                <a:xfrm>
                  <a:off x="5527399" y="2967983"/>
                  <a:ext cx="395281" cy="473548"/>
                </a:xfrm>
                <a:custGeom>
                  <a:rect b="b" l="l" r="r" t="t"/>
                  <a:pathLst>
                    <a:path extrusionOk="0" h="2402" w="2005">
                      <a:moveTo>
                        <a:pt x="974" y="0"/>
                      </a:moveTo>
                      <a:cubicBezTo>
                        <a:pt x="953" y="0"/>
                        <a:pt x="933" y="1"/>
                        <a:pt x="913" y="3"/>
                      </a:cubicBezTo>
                      <a:cubicBezTo>
                        <a:pt x="396" y="42"/>
                        <a:pt x="1" y="601"/>
                        <a:pt x="43" y="1268"/>
                      </a:cubicBezTo>
                      <a:cubicBezTo>
                        <a:pt x="81" y="1908"/>
                        <a:pt x="523" y="2401"/>
                        <a:pt x="1030" y="2401"/>
                      </a:cubicBezTo>
                      <a:cubicBezTo>
                        <a:pt x="1051" y="2401"/>
                        <a:pt x="1072" y="2400"/>
                        <a:pt x="1092" y="2399"/>
                      </a:cubicBezTo>
                      <a:cubicBezTo>
                        <a:pt x="1609" y="2359"/>
                        <a:pt x="2004" y="1800"/>
                        <a:pt x="1962" y="1134"/>
                      </a:cubicBezTo>
                      <a:cubicBezTo>
                        <a:pt x="1924" y="505"/>
                        <a:pt x="1481" y="0"/>
                        <a:pt x="97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0" name="Google Shape;520;g3a546d5887e_5_411"/>
                <p:cNvSpPr/>
                <p:nvPr/>
              </p:nvSpPr>
              <p:spPr>
                <a:xfrm>
                  <a:off x="3554346" y="3159217"/>
                  <a:ext cx="2671743" cy="286850"/>
                </a:xfrm>
                <a:custGeom>
                  <a:rect b="b" l="l" r="r" t="t"/>
                  <a:pathLst>
                    <a:path extrusionOk="0" h="1455" w="13552">
                      <a:moveTo>
                        <a:pt x="13509" y="0"/>
                      </a:moveTo>
                      <a:lnTo>
                        <a:pt x="0" y="938"/>
                      </a:lnTo>
                      <a:lnTo>
                        <a:pt x="108" y="1455"/>
                      </a:lnTo>
                      <a:lnTo>
                        <a:pt x="13552" y="530"/>
                      </a:lnTo>
                      <a:lnTo>
                        <a:pt x="13509"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1" name="Google Shape;521;g3a546d5887e_5_411"/>
                <p:cNvSpPr/>
                <p:nvPr/>
              </p:nvSpPr>
              <p:spPr>
                <a:xfrm>
                  <a:off x="3777320" y="3773926"/>
                  <a:ext cx="1688371" cy="665767"/>
                </a:xfrm>
                <a:custGeom>
                  <a:rect b="b" l="l" r="r" t="t"/>
                  <a:pathLst>
                    <a:path extrusionOk="0" h="3377" w="8564">
                      <a:moveTo>
                        <a:pt x="8564" y="0"/>
                      </a:moveTo>
                      <a:lnTo>
                        <a:pt x="0" y="559"/>
                      </a:lnTo>
                      <a:lnTo>
                        <a:pt x="1046" y="3377"/>
                      </a:lnTo>
                      <a:lnTo>
                        <a:pt x="5050" y="3093"/>
                      </a:lnTo>
                      <a:lnTo>
                        <a:pt x="8564" y="0"/>
                      </a:ln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2" name="Google Shape;522;g3a546d5887e_5_411"/>
                <p:cNvSpPr/>
                <p:nvPr/>
              </p:nvSpPr>
              <p:spPr>
                <a:xfrm>
                  <a:off x="2488368" y="3233936"/>
                  <a:ext cx="2687515" cy="738712"/>
                </a:xfrm>
                <a:custGeom>
                  <a:rect b="b" l="l" r="r" t="t"/>
                  <a:pathLst>
                    <a:path extrusionOk="0" h="3747" w="13632">
                      <a:moveTo>
                        <a:pt x="13510" y="0"/>
                      </a:moveTo>
                      <a:lnTo>
                        <a:pt x="1" y="929"/>
                      </a:lnTo>
                      <a:lnTo>
                        <a:pt x="573" y="3746"/>
                      </a:lnTo>
                      <a:lnTo>
                        <a:pt x="9696" y="3106"/>
                      </a:lnTo>
                      <a:lnTo>
                        <a:pt x="13631" y="1690"/>
                      </a:lnTo>
                      <a:lnTo>
                        <a:pt x="13510" y="0"/>
                      </a:lnTo>
                      <a:close/>
                    </a:path>
                  </a:pathLst>
                </a:cu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3" name="Google Shape;523;g3a546d5887e_5_411"/>
                <p:cNvSpPr/>
                <p:nvPr/>
              </p:nvSpPr>
              <p:spPr>
                <a:xfrm>
                  <a:off x="2751363" y="3548388"/>
                  <a:ext cx="1860678" cy="948082"/>
                </a:xfrm>
                <a:custGeom>
                  <a:rect b="b" l="l" r="r" t="t"/>
                  <a:pathLst>
                    <a:path extrusionOk="0" h="4809" w="9438">
                      <a:moveTo>
                        <a:pt x="9437" y="0"/>
                      </a:moveTo>
                      <a:lnTo>
                        <a:pt x="1" y="1850"/>
                      </a:lnTo>
                      <a:lnTo>
                        <a:pt x="1962" y="4809"/>
                      </a:lnTo>
                      <a:lnTo>
                        <a:pt x="6250" y="4521"/>
                      </a:lnTo>
                      <a:lnTo>
                        <a:pt x="9437" y="0"/>
                      </a:lnTo>
                      <a:close/>
                    </a:path>
                  </a:pathLst>
                </a:custGeom>
                <a:solidFill>
                  <a:schemeClr val="lt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4" name="Google Shape;524;g3a546d5887e_5_411"/>
                <p:cNvSpPr/>
                <p:nvPr/>
              </p:nvSpPr>
              <p:spPr>
                <a:xfrm>
                  <a:off x="2875172" y="3891821"/>
                  <a:ext cx="826837" cy="550633"/>
                </a:xfrm>
                <a:custGeom>
                  <a:rect b="b" l="l" r="r" t="t"/>
                  <a:pathLst>
                    <a:path extrusionOk="0" h="2793" w="4194">
                      <a:moveTo>
                        <a:pt x="4017" y="1"/>
                      </a:moveTo>
                      <a:lnTo>
                        <a:pt x="0" y="288"/>
                      </a:lnTo>
                      <a:lnTo>
                        <a:pt x="1661" y="2792"/>
                      </a:lnTo>
                      <a:lnTo>
                        <a:pt x="4194" y="2616"/>
                      </a:lnTo>
                      <a:lnTo>
                        <a:pt x="4017"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5" name="Google Shape;525;g3a546d5887e_5_411"/>
                <p:cNvSpPr/>
                <p:nvPr/>
              </p:nvSpPr>
              <p:spPr>
                <a:xfrm>
                  <a:off x="3084543" y="3891821"/>
                  <a:ext cx="604060" cy="368074"/>
                </a:xfrm>
                <a:custGeom>
                  <a:rect b="b" l="l" r="r" t="t"/>
                  <a:pathLst>
                    <a:path extrusionOk="0" h="1867" w="3064">
                      <a:moveTo>
                        <a:pt x="2955" y="1"/>
                      </a:moveTo>
                      <a:lnTo>
                        <a:pt x="504" y="177"/>
                      </a:lnTo>
                      <a:cubicBezTo>
                        <a:pt x="327" y="272"/>
                        <a:pt x="0" y="504"/>
                        <a:pt x="0" y="504"/>
                      </a:cubicBezTo>
                      <a:lnTo>
                        <a:pt x="1347" y="533"/>
                      </a:lnTo>
                      <a:lnTo>
                        <a:pt x="327" y="1171"/>
                      </a:lnTo>
                      <a:lnTo>
                        <a:pt x="1537" y="1089"/>
                      </a:lnTo>
                      <a:lnTo>
                        <a:pt x="1076" y="1867"/>
                      </a:lnTo>
                      <a:lnTo>
                        <a:pt x="2014" y="1403"/>
                      </a:lnTo>
                      <a:lnTo>
                        <a:pt x="2246" y="1824"/>
                      </a:lnTo>
                      <a:lnTo>
                        <a:pt x="2615" y="1269"/>
                      </a:lnTo>
                      <a:lnTo>
                        <a:pt x="2955" y="1743"/>
                      </a:lnTo>
                      <a:cubicBezTo>
                        <a:pt x="2955" y="1743"/>
                        <a:pt x="3024" y="1622"/>
                        <a:pt x="3063" y="1553"/>
                      </a:cubicBezTo>
                      <a:lnTo>
                        <a:pt x="2955"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6" name="Google Shape;526;g3a546d5887e_5_411"/>
                <p:cNvSpPr/>
                <p:nvPr/>
              </p:nvSpPr>
              <p:spPr>
                <a:xfrm>
                  <a:off x="3747551" y="3846082"/>
                  <a:ext cx="577642" cy="556350"/>
                </a:xfrm>
                <a:custGeom>
                  <a:rect b="b" l="l" r="r" t="t"/>
                  <a:pathLst>
                    <a:path extrusionOk="0" h="2822" w="2930">
                      <a:moveTo>
                        <a:pt x="2929" y="1"/>
                      </a:moveTo>
                      <a:lnTo>
                        <a:pt x="1" y="206"/>
                      </a:lnTo>
                      <a:lnTo>
                        <a:pt x="177" y="2821"/>
                      </a:lnTo>
                      <a:lnTo>
                        <a:pt x="981" y="2766"/>
                      </a:lnTo>
                      <a:lnTo>
                        <a:pt x="2929"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7" name="Google Shape;527;g3a546d5887e_5_411"/>
                <p:cNvSpPr/>
                <p:nvPr/>
              </p:nvSpPr>
              <p:spPr>
                <a:xfrm>
                  <a:off x="4026712" y="3773926"/>
                  <a:ext cx="1438980" cy="606623"/>
                </a:xfrm>
                <a:custGeom>
                  <a:rect b="b" l="l" r="r" t="t"/>
                  <a:pathLst>
                    <a:path extrusionOk="0" h="3077" w="7299">
                      <a:moveTo>
                        <a:pt x="7299" y="0"/>
                      </a:moveTo>
                      <a:lnTo>
                        <a:pt x="1893" y="367"/>
                      </a:lnTo>
                      <a:lnTo>
                        <a:pt x="0" y="3076"/>
                      </a:lnTo>
                      <a:lnTo>
                        <a:pt x="4141" y="2792"/>
                      </a:lnTo>
                      <a:lnTo>
                        <a:pt x="7299" y="0"/>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8" name="Google Shape;528;g3a546d5887e_5_411"/>
                <p:cNvSpPr/>
                <p:nvPr/>
              </p:nvSpPr>
              <p:spPr>
                <a:xfrm>
                  <a:off x="4029658" y="3828493"/>
                  <a:ext cx="1162579" cy="525990"/>
                </a:xfrm>
                <a:custGeom>
                  <a:rect b="b" l="l" r="r" t="t"/>
                  <a:pathLst>
                    <a:path extrusionOk="0" h="2668" w="5897">
                      <a:moveTo>
                        <a:pt x="5462" y="0"/>
                      </a:moveTo>
                      <a:lnTo>
                        <a:pt x="4468" y="1265"/>
                      </a:lnTo>
                      <a:lnTo>
                        <a:pt x="4305" y="530"/>
                      </a:lnTo>
                      <a:lnTo>
                        <a:pt x="3759" y="994"/>
                      </a:lnTo>
                      <a:lnTo>
                        <a:pt x="3488" y="435"/>
                      </a:lnTo>
                      <a:lnTo>
                        <a:pt x="2641" y="1376"/>
                      </a:lnTo>
                      <a:lnTo>
                        <a:pt x="2167" y="722"/>
                      </a:lnTo>
                      <a:lnTo>
                        <a:pt x="1935" y="1415"/>
                      </a:lnTo>
                      <a:lnTo>
                        <a:pt x="1402" y="1131"/>
                      </a:lnTo>
                      <a:lnTo>
                        <a:pt x="1170" y="2151"/>
                      </a:lnTo>
                      <a:cubicBezTo>
                        <a:pt x="1170" y="2151"/>
                        <a:pt x="722" y="2056"/>
                        <a:pt x="517" y="1919"/>
                      </a:cubicBezTo>
                      <a:lnTo>
                        <a:pt x="0" y="2667"/>
                      </a:lnTo>
                      <a:lnTo>
                        <a:pt x="0" y="2667"/>
                      </a:lnTo>
                      <a:lnTo>
                        <a:pt x="4141" y="2383"/>
                      </a:lnTo>
                      <a:lnTo>
                        <a:pt x="5897" y="830"/>
                      </a:lnTo>
                      <a:cubicBezTo>
                        <a:pt x="5884" y="830"/>
                        <a:pt x="5884" y="817"/>
                        <a:pt x="5871" y="804"/>
                      </a:cubicBezTo>
                      <a:cubicBezTo>
                        <a:pt x="5681" y="559"/>
                        <a:pt x="5462" y="0"/>
                        <a:pt x="5462"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29" name="Google Shape;529;g3a546d5887e_5_411"/>
                <p:cNvSpPr/>
                <p:nvPr/>
              </p:nvSpPr>
              <p:spPr>
                <a:xfrm>
                  <a:off x="6010806" y="3282237"/>
                  <a:ext cx="301044" cy="228297"/>
                </a:xfrm>
                <a:custGeom>
                  <a:rect b="b" l="l" r="r" t="t"/>
                  <a:pathLst>
                    <a:path extrusionOk="0" h="1158" w="1527">
                      <a:moveTo>
                        <a:pt x="1295" y="0"/>
                      </a:moveTo>
                      <a:lnTo>
                        <a:pt x="0" y="396"/>
                      </a:lnTo>
                      <a:lnTo>
                        <a:pt x="219" y="1158"/>
                      </a:lnTo>
                      <a:lnTo>
                        <a:pt x="1527" y="765"/>
                      </a:lnTo>
                      <a:lnTo>
                        <a:pt x="1295" y="0"/>
                      </a:lnTo>
                      <a:close/>
                    </a:path>
                  </a:pathLst>
                </a:custGeom>
                <a:solidFill>
                  <a:schemeClr val="accent6"/>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0" name="Google Shape;530;g3a546d5887e_5_411"/>
                <p:cNvSpPr/>
                <p:nvPr/>
              </p:nvSpPr>
              <p:spPr>
                <a:xfrm>
                  <a:off x="6099719" y="3282237"/>
                  <a:ext cx="212131" cy="177433"/>
                </a:xfrm>
                <a:custGeom>
                  <a:rect b="b" l="l" r="r" t="t"/>
                  <a:pathLst>
                    <a:path extrusionOk="0" h="900" w="1076">
                      <a:moveTo>
                        <a:pt x="844" y="0"/>
                      </a:moveTo>
                      <a:lnTo>
                        <a:pt x="435" y="125"/>
                      </a:lnTo>
                      <a:cubicBezTo>
                        <a:pt x="530" y="177"/>
                        <a:pt x="693" y="288"/>
                        <a:pt x="693" y="288"/>
                      </a:cubicBezTo>
                      <a:lnTo>
                        <a:pt x="177" y="327"/>
                      </a:lnTo>
                      <a:lnTo>
                        <a:pt x="477" y="615"/>
                      </a:lnTo>
                      <a:lnTo>
                        <a:pt x="0" y="667"/>
                      </a:lnTo>
                      <a:cubicBezTo>
                        <a:pt x="0" y="667"/>
                        <a:pt x="396" y="860"/>
                        <a:pt x="612" y="899"/>
                      </a:cubicBezTo>
                      <a:lnTo>
                        <a:pt x="1076" y="765"/>
                      </a:lnTo>
                      <a:lnTo>
                        <a:pt x="844" y="0"/>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1" name="Google Shape;531;g3a546d5887e_5_411"/>
                <p:cNvSpPr/>
                <p:nvPr/>
              </p:nvSpPr>
              <p:spPr>
                <a:xfrm>
                  <a:off x="5156959" y="3339016"/>
                  <a:ext cx="292764" cy="203653"/>
                </a:xfrm>
                <a:custGeom>
                  <a:rect b="b" l="l" r="r" t="t"/>
                  <a:pathLst>
                    <a:path extrusionOk="0" h="1033" w="1485">
                      <a:moveTo>
                        <a:pt x="151" y="0"/>
                      </a:moveTo>
                      <a:lnTo>
                        <a:pt x="0" y="788"/>
                      </a:lnTo>
                      <a:lnTo>
                        <a:pt x="1337" y="1033"/>
                      </a:lnTo>
                      <a:lnTo>
                        <a:pt x="1484" y="258"/>
                      </a:lnTo>
                      <a:lnTo>
                        <a:pt x="151"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2" name="Google Shape;532;g3a546d5887e_5_411"/>
                <p:cNvSpPr/>
                <p:nvPr/>
              </p:nvSpPr>
              <p:spPr>
                <a:xfrm>
                  <a:off x="5078889" y="3110718"/>
                  <a:ext cx="1074454" cy="456594"/>
                </a:xfrm>
                <a:custGeom>
                  <a:rect b="b" l="l" r="r" t="t"/>
                  <a:pathLst>
                    <a:path extrusionOk="0" h="2316" w="5450">
                      <a:moveTo>
                        <a:pt x="5273" y="1"/>
                      </a:moveTo>
                      <a:lnTo>
                        <a:pt x="1" y="1812"/>
                      </a:lnTo>
                      <a:lnTo>
                        <a:pt x="181" y="2315"/>
                      </a:lnTo>
                      <a:lnTo>
                        <a:pt x="5450" y="504"/>
                      </a:lnTo>
                      <a:lnTo>
                        <a:pt x="5273"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3" name="Google Shape;533;g3a546d5887e_5_411"/>
                <p:cNvSpPr/>
                <p:nvPr/>
              </p:nvSpPr>
              <p:spPr>
                <a:xfrm>
                  <a:off x="2434350" y="3378840"/>
                  <a:ext cx="201879" cy="118880"/>
                </a:xfrm>
                <a:custGeom>
                  <a:rect b="b" l="l" r="r" t="t"/>
                  <a:pathLst>
                    <a:path extrusionOk="0" h="603" w="1024">
                      <a:moveTo>
                        <a:pt x="994" y="1"/>
                      </a:moveTo>
                      <a:lnTo>
                        <a:pt x="0" y="69"/>
                      </a:lnTo>
                      <a:lnTo>
                        <a:pt x="30" y="602"/>
                      </a:lnTo>
                      <a:lnTo>
                        <a:pt x="1023" y="534"/>
                      </a:lnTo>
                      <a:lnTo>
                        <a:pt x="994"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4" name="Google Shape;534;g3a546d5887e_5_411"/>
                <p:cNvSpPr/>
                <p:nvPr/>
              </p:nvSpPr>
              <p:spPr>
                <a:xfrm>
                  <a:off x="5167802" y="3081146"/>
                  <a:ext cx="1074454" cy="456396"/>
                </a:xfrm>
                <a:custGeom>
                  <a:rect b="b" l="l" r="r" t="t"/>
                  <a:pathLst>
                    <a:path extrusionOk="0" h="2315" w="5450">
                      <a:moveTo>
                        <a:pt x="5270" y="1"/>
                      </a:moveTo>
                      <a:lnTo>
                        <a:pt x="1" y="1811"/>
                      </a:lnTo>
                      <a:lnTo>
                        <a:pt x="177" y="2315"/>
                      </a:lnTo>
                      <a:lnTo>
                        <a:pt x="5450" y="504"/>
                      </a:lnTo>
                      <a:lnTo>
                        <a:pt x="5270"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5" name="Google Shape;535;g3a546d5887e_5_411"/>
                <p:cNvSpPr/>
                <p:nvPr/>
              </p:nvSpPr>
              <p:spPr>
                <a:xfrm>
                  <a:off x="4327559" y="3304121"/>
                  <a:ext cx="601497" cy="332785"/>
                </a:xfrm>
                <a:custGeom>
                  <a:rect b="b" l="l" r="r" t="t"/>
                  <a:pathLst>
                    <a:path extrusionOk="0" h="1688" w="3051">
                      <a:moveTo>
                        <a:pt x="2995" y="1"/>
                      </a:moveTo>
                      <a:lnTo>
                        <a:pt x="2779" y="14"/>
                      </a:lnTo>
                      <a:cubicBezTo>
                        <a:pt x="2831" y="775"/>
                        <a:pt x="2302" y="1429"/>
                        <a:pt x="1592" y="1471"/>
                      </a:cubicBezTo>
                      <a:cubicBezTo>
                        <a:pt x="1563" y="1474"/>
                        <a:pt x="1533" y="1475"/>
                        <a:pt x="1503" y="1475"/>
                      </a:cubicBezTo>
                      <a:cubicBezTo>
                        <a:pt x="1193" y="1475"/>
                        <a:pt x="890" y="1352"/>
                        <a:pt x="654" y="1128"/>
                      </a:cubicBezTo>
                      <a:cubicBezTo>
                        <a:pt x="396" y="899"/>
                        <a:pt x="233" y="556"/>
                        <a:pt x="203" y="190"/>
                      </a:cubicBezTo>
                      <a:lnTo>
                        <a:pt x="1" y="203"/>
                      </a:lnTo>
                      <a:cubicBezTo>
                        <a:pt x="27" y="625"/>
                        <a:pt x="203" y="1007"/>
                        <a:pt x="504" y="1292"/>
                      </a:cubicBezTo>
                      <a:cubicBezTo>
                        <a:pt x="788" y="1553"/>
                        <a:pt x="1145" y="1687"/>
                        <a:pt x="1498" y="1687"/>
                      </a:cubicBezTo>
                      <a:lnTo>
                        <a:pt x="1605" y="1687"/>
                      </a:lnTo>
                      <a:cubicBezTo>
                        <a:pt x="2423" y="1635"/>
                        <a:pt x="3050" y="870"/>
                        <a:pt x="2995"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6" name="Google Shape;536;g3a546d5887e_5_411"/>
                <p:cNvSpPr/>
                <p:nvPr/>
              </p:nvSpPr>
              <p:spPr>
                <a:xfrm>
                  <a:off x="2636032" y="3411173"/>
                  <a:ext cx="604060" cy="333376"/>
                </a:xfrm>
                <a:custGeom>
                  <a:rect b="b" l="l" r="r" t="t"/>
                  <a:pathLst>
                    <a:path extrusionOk="0" h="1691" w="3064">
                      <a:moveTo>
                        <a:pt x="2995" y="0"/>
                      </a:moveTo>
                      <a:lnTo>
                        <a:pt x="2779" y="13"/>
                      </a:lnTo>
                      <a:cubicBezTo>
                        <a:pt x="2831" y="765"/>
                        <a:pt x="2302" y="1432"/>
                        <a:pt x="1592" y="1471"/>
                      </a:cubicBezTo>
                      <a:cubicBezTo>
                        <a:pt x="1559" y="1474"/>
                        <a:pt x="1526" y="1475"/>
                        <a:pt x="1494" y="1475"/>
                      </a:cubicBezTo>
                      <a:cubicBezTo>
                        <a:pt x="1187" y="1475"/>
                        <a:pt x="887" y="1353"/>
                        <a:pt x="654" y="1131"/>
                      </a:cubicBezTo>
                      <a:cubicBezTo>
                        <a:pt x="396" y="886"/>
                        <a:pt x="233" y="559"/>
                        <a:pt x="216" y="193"/>
                      </a:cubicBezTo>
                      <a:lnTo>
                        <a:pt x="0" y="206"/>
                      </a:lnTo>
                      <a:cubicBezTo>
                        <a:pt x="27" y="628"/>
                        <a:pt x="203" y="1010"/>
                        <a:pt x="517" y="1295"/>
                      </a:cubicBezTo>
                      <a:cubicBezTo>
                        <a:pt x="788" y="1553"/>
                        <a:pt x="1144" y="1690"/>
                        <a:pt x="1511" y="1690"/>
                      </a:cubicBezTo>
                      <a:lnTo>
                        <a:pt x="1605" y="1690"/>
                      </a:lnTo>
                      <a:cubicBezTo>
                        <a:pt x="2439" y="1635"/>
                        <a:pt x="3063" y="873"/>
                        <a:pt x="2995" y="0"/>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7" name="Google Shape;537;g3a546d5887e_5_411"/>
                <p:cNvSpPr/>
                <p:nvPr/>
              </p:nvSpPr>
              <p:spPr>
                <a:xfrm>
                  <a:off x="4394589" y="3076414"/>
                  <a:ext cx="504698" cy="467831"/>
                </a:xfrm>
                <a:custGeom>
                  <a:rect b="b" l="l" r="r" t="t"/>
                  <a:pathLst>
                    <a:path extrusionOk="0" h="2373" w="2560">
                      <a:moveTo>
                        <a:pt x="1326" y="0"/>
                      </a:moveTo>
                      <a:cubicBezTo>
                        <a:pt x="907" y="0"/>
                        <a:pt x="496" y="241"/>
                        <a:pt x="272" y="665"/>
                      </a:cubicBezTo>
                      <a:cubicBezTo>
                        <a:pt x="1" y="1169"/>
                        <a:pt x="108" y="1780"/>
                        <a:pt x="504" y="2120"/>
                      </a:cubicBezTo>
                      <a:lnTo>
                        <a:pt x="491" y="2136"/>
                      </a:lnTo>
                      <a:lnTo>
                        <a:pt x="693" y="2244"/>
                      </a:lnTo>
                      <a:cubicBezTo>
                        <a:pt x="852" y="2332"/>
                        <a:pt x="1024" y="2373"/>
                        <a:pt x="1195" y="2373"/>
                      </a:cubicBezTo>
                      <a:cubicBezTo>
                        <a:pt x="1612" y="2373"/>
                        <a:pt x="2026" y="2128"/>
                        <a:pt x="2246" y="1711"/>
                      </a:cubicBezTo>
                      <a:cubicBezTo>
                        <a:pt x="2560" y="1126"/>
                        <a:pt x="2370" y="420"/>
                        <a:pt x="1824" y="132"/>
                      </a:cubicBezTo>
                      <a:lnTo>
                        <a:pt x="1622" y="25"/>
                      </a:lnTo>
                      <a:lnTo>
                        <a:pt x="1609" y="38"/>
                      </a:lnTo>
                      <a:cubicBezTo>
                        <a:pt x="1515" y="12"/>
                        <a:pt x="1420" y="0"/>
                        <a:pt x="1326"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8" name="Google Shape;538;g3a546d5887e_5_411"/>
                <p:cNvSpPr/>
                <p:nvPr/>
              </p:nvSpPr>
              <p:spPr>
                <a:xfrm>
                  <a:off x="4373297" y="3061825"/>
                  <a:ext cx="456396" cy="455016"/>
                </a:xfrm>
                <a:custGeom>
                  <a:rect b="b" l="l" r="r" t="t"/>
                  <a:pathLst>
                    <a:path extrusionOk="0" h="2308" w="2315">
                      <a:moveTo>
                        <a:pt x="1339" y="1"/>
                      </a:moveTo>
                      <a:cubicBezTo>
                        <a:pt x="950" y="1"/>
                        <a:pt x="544" y="262"/>
                        <a:pt x="311" y="697"/>
                      </a:cubicBezTo>
                      <a:cubicBezTo>
                        <a:pt x="1" y="1282"/>
                        <a:pt x="122" y="1965"/>
                        <a:pt x="599" y="2210"/>
                      </a:cubicBezTo>
                      <a:cubicBezTo>
                        <a:pt x="718" y="2276"/>
                        <a:pt x="848" y="2307"/>
                        <a:pt x="981" y="2307"/>
                      </a:cubicBezTo>
                      <a:cubicBezTo>
                        <a:pt x="1368" y="2307"/>
                        <a:pt x="1781" y="2044"/>
                        <a:pt x="2014" y="1609"/>
                      </a:cubicBezTo>
                      <a:cubicBezTo>
                        <a:pt x="2315" y="1024"/>
                        <a:pt x="2191" y="344"/>
                        <a:pt x="1730" y="99"/>
                      </a:cubicBezTo>
                      <a:cubicBezTo>
                        <a:pt x="1607" y="32"/>
                        <a:pt x="1474" y="1"/>
                        <a:pt x="1339"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39" name="Google Shape;539;g3a546d5887e_5_411"/>
                <p:cNvSpPr/>
                <p:nvPr/>
              </p:nvSpPr>
              <p:spPr>
                <a:xfrm>
                  <a:off x="4453931" y="3142459"/>
                  <a:ext cx="295327" cy="294341"/>
                </a:xfrm>
                <a:custGeom>
                  <a:rect b="b" l="l" r="r" t="t"/>
                  <a:pathLst>
                    <a:path extrusionOk="0" h="1493" w="1498">
                      <a:moveTo>
                        <a:pt x="877" y="0"/>
                      </a:moveTo>
                      <a:cubicBezTo>
                        <a:pt x="627" y="0"/>
                        <a:pt x="358" y="164"/>
                        <a:pt x="203" y="451"/>
                      </a:cubicBezTo>
                      <a:cubicBezTo>
                        <a:pt x="0" y="834"/>
                        <a:pt x="82" y="1268"/>
                        <a:pt x="379" y="1432"/>
                      </a:cubicBezTo>
                      <a:cubicBezTo>
                        <a:pt x="459" y="1473"/>
                        <a:pt x="544" y="1493"/>
                        <a:pt x="631" y="1493"/>
                      </a:cubicBezTo>
                      <a:cubicBezTo>
                        <a:pt x="886" y="1493"/>
                        <a:pt x="1150" y="1322"/>
                        <a:pt x="1291" y="1036"/>
                      </a:cubicBezTo>
                      <a:cubicBezTo>
                        <a:pt x="1497" y="657"/>
                        <a:pt x="1416" y="219"/>
                        <a:pt x="1115" y="56"/>
                      </a:cubicBezTo>
                      <a:cubicBezTo>
                        <a:pt x="1041" y="18"/>
                        <a:pt x="960" y="0"/>
                        <a:pt x="877"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0" name="Google Shape;540;g3a546d5887e_5_411"/>
                <p:cNvSpPr/>
                <p:nvPr/>
              </p:nvSpPr>
              <p:spPr>
                <a:xfrm>
                  <a:off x="4536930" y="3223881"/>
                  <a:ext cx="131695" cy="130709"/>
                </a:xfrm>
                <a:custGeom>
                  <a:rect b="b" l="l" r="r" t="t"/>
                  <a:pathLst>
                    <a:path extrusionOk="0" h="663" w="668">
                      <a:moveTo>
                        <a:pt x="387" y="1"/>
                      </a:moveTo>
                      <a:cubicBezTo>
                        <a:pt x="273" y="1"/>
                        <a:pt x="154" y="78"/>
                        <a:pt x="83" y="202"/>
                      </a:cubicBezTo>
                      <a:cubicBezTo>
                        <a:pt x="1" y="365"/>
                        <a:pt x="27" y="571"/>
                        <a:pt x="164" y="636"/>
                      </a:cubicBezTo>
                      <a:cubicBezTo>
                        <a:pt x="199" y="654"/>
                        <a:pt x="237" y="663"/>
                        <a:pt x="276" y="663"/>
                      </a:cubicBezTo>
                      <a:cubicBezTo>
                        <a:pt x="390" y="663"/>
                        <a:pt x="512" y="591"/>
                        <a:pt x="573" y="460"/>
                      </a:cubicBezTo>
                      <a:cubicBezTo>
                        <a:pt x="668" y="296"/>
                        <a:pt x="625" y="94"/>
                        <a:pt x="491" y="25"/>
                      </a:cubicBezTo>
                      <a:cubicBezTo>
                        <a:pt x="458" y="9"/>
                        <a:pt x="423" y="1"/>
                        <a:pt x="387" y="1"/>
                      </a:cubicBez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1" name="Google Shape;541;g3a546d5887e_5_411"/>
                <p:cNvSpPr/>
                <p:nvPr/>
              </p:nvSpPr>
              <p:spPr>
                <a:xfrm>
                  <a:off x="2684333" y="3155274"/>
                  <a:ext cx="502135" cy="471183"/>
                </a:xfrm>
                <a:custGeom>
                  <a:rect b="b" l="l" r="r" t="t"/>
                  <a:pathLst>
                    <a:path extrusionOk="0" h="2390" w="2547">
                      <a:moveTo>
                        <a:pt x="1204" y="0"/>
                      </a:moveTo>
                      <a:cubicBezTo>
                        <a:pt x="1064" y="0"/>
                        <a:pt x="924" y="28"/>
                        <a:pt x="788" y="86"/>
                      </a:cubicBezTo>
                      <a:lnTo>
                        <a:pt x="573" y="167"/>
                      </a:lnTo>
                      <a:lnTo>
                        <a:pt x="586" y="197"/>
                      </a:lnTo>
                      <a:cubicBezTo>
                        <a:pt x="164" y="494"/>
                        <a:pt x="1" y="1096"/>
                        <a:pt x="216" y="1625"/>
                      </a:cubicBezTo>
                      <a:cubicBezTo>
                        <a:pt x="420" y="2092"/>
                        <a:pt x="854" y="2378"/>
                        <a:pt x="1306" y="2378"/>
                      </a:cubicBezTo>
                      <a:cubicBezTo>
                        <a:pt x="1369" y="2378"/>
                        <a:pt x="1434" y="2372"/>
                        <a:pt x="1498" y="2360"/>
                      </a:cubicBezTo>
                      <a:lnTo>
                        <a:pt x="1511" y="2390"/>
                      </a:lnTo>
                      <a:lnTo>
                        <a:pt x="1717" y="2292"/>
                      </a:lnTo>
                      <a:cubicBezTo>
                        <a:pt x="2289" y="2063"/>
                        <a:pt x="2547" y="1367"/>
                        <a:pt x="2289" y="756"/>
                      </a:cubicBezTo>
                      <a:cubicBezTo>
                        <a:pt x="2091" y="286"/>
                        <a:pt x="1654" y="0"/>
                        <a:pt x="120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2" name="Google Shape;542;g3a546d5887e_5_411"/>
                <p:cNvSpPr/>
                <p:nvPr/>
              </p:nvSpPr>
              <p:spPr>
                <a:xfrm>
                  <a:off x="2665604" y="3176369"/>
                  <a:ext cx="451271" cy="461917"/>
                </a:xfrm>
                <a:custGeom>
                  <a:rect b="b" l="l" r="r" t="t"/>
                  <a:pathLst>
                    <a:path extrusionOk="0" h="2343" w="2289">
                      <a:moveTo>
                        <a:pt x="974" y="0"/>
                      </a:moveTo>
                      <a:cubicBezTo>
                        <a:pt x="869" y="0"/>
                        <a:pt x="766" y="20"/>
                        <a:pt x="668" y="60"/>
                      </a:cubicBezTo>
                      <a:cubicBezTo>
                        <a:pt x="190" y="266"/>
                        <a:pt x="1" y="933"/>
                        <a:pt x="259" y="1547"/>
                      </a:cubicBezTo>
                      <a:cubicBezTo>
                        <a:pt x="465" y="2036"/>
                        <a:pt x="889" y="2343"/>
                        <a:pt x="1301" y="2343"/>
                      </a:cubicBezTo>
                      <a:cubicBezTo>
                        <a:pt x="1405" y="2343"/>
                        <a:pt x="1507" y="2324"/>
                        <a:pt x="1606" y="2283"/>
                      </a:cubicBezTo>
                      <a:cubicBezTo>
                        <a:pt x="2096" y="2077"/>
                        <a:pt x="2289" y="1410"/>
                        <a:pt x="2027" y="796"/>
                      </a:cubicBezTo>
                      <a:cubicBezTo>
                        <a:pt x="1821" y="307"/>
                        <a:pt x="1389" y="0"/>
                        <a:pt x="974" y="0"/>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3" name="Google Shape;543;g3a546d5887e_5_411"/>
                <p:cNvSpPr/>
                <p:nvPr/>
              </p:nvSpPr>
              <p:spPr>
                <a:xfrm>
                  <a:off x="2746238" y="3258185"/>
                  <a:ext cx="290201" cy="298284"/>
                </a:xfrm>
                <a:custGeom>
                  <a:rect b="b" l="l" r="r" t="t"/>
                  <a:pathLst>
                    <a:path extrusionOk="0" h="1513" w="1472">
                      <a:moveTo>
                        <a:pt x="631" y="1"/>
                      </a:moveTo>
                      <a:cubicBezTo>
                        <a:pt x="564" y="1"/>
                        <a:pt x="498" y="14"/>
                        <a:pt x="435" y="41"/>
                      </a:cubicBezTo>
                      <a:cubicBezTo>
                        <a:pt x="108" y="178"/>
                        <a:pt x="0" y="600"/>
                        <a:pt x="164" y="995"/>
                      </a:cubicBezTo>
                      <a:cubicBezTo>
                        <a:pt x="294" y="1311"/>
                        <a:pt x="571" y="1512"/>
                        <a:pt x="837" y="1512"/>
                      </a:cubicBezTo>
                      <a:cubicBezTo>
                        <a:pt x="904" y="1512"/>
                        <a:pt x="970" y="1499"/>
                        <a:pt x="1033" y="1472"/>
                      </a:cubicBezTo>
                      <a:cubicBezTo>
                        <a:pt x="1347" y="1335"/>
                        <a:pt x="1471" y="913"/>
                        <a:pt x="1308" y="518"/>
                      </a:cubicBezTo>
                      <a:cubicBezTo>
                        <a:pt x="1164" y="202"/>
                        <a:pt x="894" y="1"/>
                        <a:pt x="631" y="1"/>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4" name="Google Shape;544;g3a546d5887e_5_411"/>
                <p:cNvSpPr/>
                <p:nvPr/>
              </p:nvSpPr>
              <p:spPr>
                <a:xfrm>
                  <a:off x="2823519" y="3340988"/>
                  <a:ext cx="132286" cy="132680"/>
                </a:xfrm>
                <a:custGeom>
                  <a:rect b="b" l="l" r="r" t="t"/>
                  <a:pathLst>
                    <a:path extrusionOk="0" h="673" w="671">
                      <a:moveTo>
                        <a:pt x="288" y="1"/>
                      </a:moveTo>
                      <a:cubicBezTo>
                        <a:pt x="260" y="1"/>
                        <a:pt x="233" y="6"/>
                        <a:pt x="207" y="16"/>
                      </a:cubicBezTo>
                      <a:cubicBezTo>
                        <a:pt x="56" y="72"/>
                        <a:pt x="1" y="261"/>
                        <a:pt x="82" y="438"/>
                      </a:cubicBezTo>
                      <a:cubicBezTo>
                        <a:pt x="138" y="581"/>
                        <a:pt x="264" y="672"/>
                        <a:pt x="390" y="672"/>
                      </a:cubicBezTo>
                      <a:cubicBezTo>
                        <a:pt x="420" y="672"/>
                        <a:pt x="449" y="667"/>
                        <a:pt x="478" y="657"/>
                      </a:cubicBezTo>
                      <a:cubicBezTo>
                        <a:pt x="615" y="601"/>
                        <a:pt x="671" y="412"/>
                        <a:pt x="589" y="235"/>
                      </a:cubicBezTo>
                      <a:cubicBezTo>
                        <a:pt x="533" y="92"/>
                        <a:pt x="407" y="1"/>
                        <a:pt x="288" y="1"/>
                      </a:cubicBez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5" name="Google Shape;545;g3a546d5887e_5_411"/>
                <p:cNvSpPr/>
                <p:nvPr/>
              </p:nvSpPr>
              <p:spPr>
                <a:xfrm>
                  <a:off x="5457806" y="3325413"/>
                  <a:ext cx="488729" cy="230860"/>
                </a:xfrm>
                <a:custGeom>
                  <a:rect b="b" l="l" r="r" t="t"/>
                  <a:pathLst>
                    <a:path extrusionOk="0" h="1171" w="2479">
                      <a:moveTo>
                        <a:pt x="2328" y="0"/>
                      </a:moveTo>
                      <a:lnTo>
                        <a:pt x="1" y="504"/>
                      </a:lnTo>
                      <a:lnTo>
                        <a:pt x="138" y="1171"/>
                      </a:lnTo>
                      <a:lnTo>
                        <a:pt x="2478" y="667"/>
                      </a:lnTo>
                      <a:lnTo>
                        <a:pt x="2328"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6" name="Google Shape;546;g3a546d5887e_5_411"/>
                <p:cNvSpPr/>
                <p:nvPr/>
              </p:nvSpPr>
              <p:spPr>
                <a:xfrm>
                  <a:off x="3830747" y="3884132"/>
                  <a:ext cx="271472" cy="276598"/>
                </a:xfrm>
                <a:custGeom>
                  <a:rect b="b" l="l" r="r" t="t"/>
                  <a:pathLst>
                    <a:path extrusionOk="0" h="1403" w="1377">
                      <a:moveTo>
                        <a:pt x="873" y="0"/>
                      </a:moveTo>
                      <a:lnTo>
                        <a:pt x="628" y="340"/>
                      </a:lnTo>
                      <a:lnTo>
                        <a:pt x="259" y="147"/>
                      </a:lnTo>
                      <a:lnTo>
                        <a:pt x="383" y="543"/>
                      </a:lnTo>
                      <a:lnTo>
                        <a:pt x="0" y="719"/>
                      </a:lnTo>
                      <a:lnTo>
                        <a:pt x="383" y="870"/>
                      </a:lnTo>
                      <a:lnTo>
                        <a:pt x="285" y="1278"/>
                      </a:lnTo>
                      <a:lnTo>
                        <a:pt x="641" y="1076"/>
                      </a:lnTo>
                      <a:lnTo>
                        <a:pt x="899" y="1403"/>
                      </a:lnTo>
                      <a:lnTo>
                        <a:pt x="968" y="994"/>
                      </a:lnTo>
                      <a:lnTo>
                        <a:pt x="1377" y="1007"/>
                      </a:lnTo>
                      <a:lnTo>
                        <a:pt x="1102" y="693"/>
                      </a:lnTo>
                      <a:lnTo>
                        <a:pt x="1363" y="380"/>
                      </a:lnTo>
                      <a:lnTo>
                        <a:pt x="955" y="409"/>
                      </a:lnTo>
                      <a:lnTo>
                        <a:pt x="873"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7" name="Google Shape;547;g3a546d5887e_5_411"/>
                <p:cNvSpPr/>
                <p:nvPr/>
              </p:nvSpPr>
              <p:spPr>
                <a:xfrm>
                  <a:off x="5876745" y="4058017"/>
                  <a:ext cx="193402" cy="96997"/>
                </a:xfrm>
                <a:custGeom>
                  <a:rect b="b" l="l" r="r" t="t"/>
                  <a:pathLst>
                    <a:path extrusionOk="0" h="492" w="981">
                      <a:moveTo>
                        <a:pt x="546" y="1"/>
                      </a:moveTo>
                      <a:cubicBezTo>
                        <a:pt x="530" y="1"/>
                        <a:pt x="0" y="370"/>
                        <a:pt x="0" y="370"/>
                      </a:cubicBezTo>
                      <a:cubicBezTo>
                        <a:pt x="0" y="370"/>
                        <a:pt x="82" y="491"/>
                        <a:pt x="272" y="491"/>
                      </a:cubicBezTo>
                      <a:lnTo>
                        <a:pt x="981" y="491"/>
                      </a:lnTo>
                      <a:lnTo>
                        <a:pt x="546"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8" name="Google Shape;548;g3a546d5887e_5_411"/>
                <p:cNvSpPr/>
                <p:nvPr/>
              </p:nvSpPr>
              <p:spPr>
                <a:xfrm>
                  <a:off x="5616313" y="4302875"/>
                  <a:ext cx="120851" cy="93645"/>
                </a:xfrm>
                <a:custGeom>
                  <a:rect b="b" l="l" r="r" t="t"/>
                  <a:pathLst>
                    <a:path extrusionOk="0" h="475" w="613">
                      <a:moveTo>
                        <a:pt x="27" y="1"/>
                      </a:moveTo>
                      <a:lnTo>
                        <a:pt x="1" y="285"/>
                      </a:lnTo>
                      <a:lnTo>
                        <a:pt x="122" y="475"/>
                      </a:lnTo>
                      <a:lnTo>
                        <a:pt x="449" y="328"/>
                      </a:lnTo>
                      <a:lnTo>
                        <a:pt x="612" y="164"/>
                      </a:lnTo>
                      <a:lnTo>
                        <a:pt x="315" y="66"/>
                      </a:lnTo>
                      <a:cubicBezTo>
                        <a:pt x="298" y="66"/>
                        <a:pt x="27" y="1"/>
                        <a:pt x="27"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49" name="Google Shape;549;g3a546d5887e_5_411"/>
                <p:cNvSpPr/>
                <p:nvPr/>
              </p:nvSpPr>
              <p:spPr>
                <a:xfrm>
                  <a:off x="6118448" y="3993746"/>
                  <a:ext cx="75507" cy="59341"/>
                </a:xfrm>
                <a:custGeom>
                  <a:rect b="b" l="l" r="r" t="t"/>
                  <a:pathLst>
                    <a:path extrusionOk="0" h="301" w="383">
                      <a:moveTo>
                        <a:pt x="190" y="0"/>
                      </a:moveTo>
                      <a:cubicBezTo>
                        <a:pt x="190" y="0"/>
                        <a:pt x="13" y="111"/>
                        <a:pt x="0" y="137"/>
                      </a:cubicBezTo>
                      <a:lnTo>
                        <a:pt x="39" y="232"/>
                      </a:lnTo>
                      <a:lnTo>
                        <a:pt x="163" y="301"/>
                      </a:lnTo>
                      <a:lnTo>
                        <a:pt x="382" y="262"/>
                      </a:lnTo>
                      <a:lnTo>
                        <a:pt x="353" y="111"/>
                      </a:lnTo>
                      <a:lnTo>
                        <a:pt x="190" y="0"/>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0" name="Google Shape;550;g3a546d5887e_5_411"/>
                <p:cNvSpPr/>
                <p:nvPr/>
              </p:nvSpPr>
              <p:spPr>
                <a:xfrm>
                  <a:off x="6019086" y="4280992"/>
                  <a:ext cx="96799" cy="48498"/>
                </a:xfrm>
                <a:custGeom>
                  <a:rect b="b" l="l" r="r" t="t"/>
                  <a:pathLst>
                    <a:path extrusionOk="0" h="246" w="491">
                      <a:moveTo>
                        <a:pt x="1" y="1"/>
                      </a:moveTo>
                      <a:lnTo>
                        <a:pt x="95" y="246"/>
                      </a:lnTo>
                      <a:lnTo>
                        <a:pt x="380" y="177"/>
                      </a:lnTo>
                      <a:lnTo>
                        <a:pt x="491" y="1"/>
                      </a:lnTo>
                      <a:lnTo>
                        <a:pt x="233" y="30"/>
                      </a:lnTo>
                      <a:lnTo>
                        <a:pt x="1"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1" name="Google Shape;551;g3a546d5887e_5_411"/>
                <p:cNvSpPr/>
                <p:nvPr/>
              </p:nvSpPr>
              <p:spPr>
                <a:xfrm>
                  <a:off x="5372244" y="4186952"/>
                  <a:ext cx="120654" cy="112966"/>
                </a:xfrm>
                <a:custGeom>
                  <a:rect b="b" l="l" r="r" t="t"/>
                  <a:pathLst>
                    <a:path extrusionOk="0" h="573" w="612">
                      <a:moveTo>
                        <a:pt x="543" y="1"/>
                      </a:moveTo>
                      <a:cubicBezTo>
                        <a:pt x="530" y="1"/>
                        <a:pt x="379" y="125"/>
                        <a:pt x="379" y="125"/>
                      </a:cubicBezTo>
                      <a:lnTo>
                        <a:pt x="0" y="69"/>
                      </a:lnTo>
                      <a:lnTo>
                        <a:pt x="258" y="288"/>
                      </a:lnTo>
                      <a:lnTo>
                        <a:pt x="271" y="573"/>
                      </a:lnTo>
                      <a:lnTo>
                        <a:pt x="611" y="327"/>
                      </a:lnTo>
                      <a:lnTo>
                        <a:pt x="543"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2" name="Google Shape;552;g3a546d5887e_5_411"/>
                <p:cNvSpPr/>
                <p:nvPr/>
              </p:nvSpPr>
              <p:spPr>
                <a:xfrm>
                  <a:off x="6188041" y="4029036"/>
                  <a:ext cx="107643" cy="96997"/>
                </a:xfrm>
                <a:custGeom>
                  <a:rect b="b" l="l" r="r" t="t"/>
                  <a:pathLst>
                    <a:path extrusionOk="0" h="492" w="546">
                      <a:moveTo>
                        <a:pt x="546" y="1"/>
                      </a:moveTo>
                      <a:cubicBezTo>
                        <a:pt x="533" y="1"/>
                        <a:pt x="383" y="96"/>
                        <a:pt x="383" y="96"/>
                      </a:cubicBezTo>
                      <a:lnTo>
                        <a:pt x="124" y="164"/>
                      </a:lnTo>
                      <a:lnTo>
                        <a:pt x="0" y="380"/>
                      </a:lnTo>
                      <a:lnTo>
                        <a:pt x="275" y="491"/>
                      </a:lnTo>
                      <a:lnTo>
                        <a:pt x="520" y="409"/>
                      </a:lnTo>
                      <a:lnTo>
                        <a:pt x="546" y="1"/>
                      </a:lnTo>
                      <a:close/>
                    </a:path>
                  </a:pathLst>
                </a:custGeom>
                <a:solidFill>
                  <a:schemeClr val="accent5"/>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3" name="Google Shape;553;g3a546d5887e_5_411"/>
                <p:cNvSpPr/>
                <p:nvPr/>
              </p:nvSpPr>
              <p:spPr>
                <a:xfrm>
                  <a:off x="6155709" y="4251222"/>
                  <a:ext cx="85168" cy="70579"/>
                </a:xfrm>
                <a:custGeom>
                  <a:rect b="b" l="l" r="r" t="t"/>
                  <a:pathLst>
                    <a:path extrusionOk="0" h="358" w="432">
                      <a:moveTo>
                        <a:pt x="197" y="1"/>
                      </a:moveTo>
                      <a:cubicBezTo>
                        <a:pt x="196" y="1"/>
                        <a:pt x="195" y="1"/>
                        <a:pt x="193" y="1"/>
                      </a:cubicBezTo>
                      <a:cubicBezTo>
                        <a:pt x="177" y="31"/>
                        <a:pt x="14" y="139"/>
                        <a:pt x="1" y="165"/>
                      </a:cubicBezTo>
                      <a:lnTo>
                        <a:pt x="138" y="165"/>
                      </a:lnTo>
                      <a:lnTo>
                        <a:pt x="151" y="358"/>
                      </a:lnTo>
                      <a:cubicBezTo>
                        <a:pt x="151" y="358"/>
                        <a:pt x="328" y="302"/>
                        <a:pt x="383" y="302"/>
                      </a:cubicBezTo>
                      <a:cubicBezTo>
                        <a:pt x="385" y="303"/>
                        <a:pt x="387" y="303"/>
                        <a:pt x="389" y="303"/>
                      </a:cubicBezTo>
                      <a:cubicBezTo>
                        <a:pt x="431" y="303"/>
                        <a:pt x="339" y="151"/>
                        <a:pt x="301" y="139"/>
                      </a:cubicBezTo>
                      <a:cubicBezTo>
                        <a:pt x="261" y="126"/>
                        <a:pt x="223" y="1"/>
                        <a:pt x="197" y="1"/>
                      </a:cubicBez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4" name="Google Shape;554;g3a546d5887e_5_411"/>
                <p:cNvSpPr/>
                <p:nvPr/>
              </p:nvSpPr>
              <p:spPr>
                <a:xfrm>
                  <a:off x="5533314" y="4163097"/>
                  <a:ext cx="96799" cy="56384"/>
                </a:xfrm>
                <a:custGeom>
                  <a:rect b="b" l="l" r="r" t="t"/>
                  <a:pathLst>
                    <a:path extrusionOk="0" h="286" w="491">
                      <a:moveTo>
                        <a:pt x="0" y="1"/>
                      </a:moveTo>
                      <a:lnTo>
                        <a:pt x="95" y="285"/>
                      </a:lnTo>
                      <a:lnTo>
                        <a:pt x="379" y="220"/>
                      </a:lnTo>
                      <a:lnTo>
                        <a:pt x="490" y="1"/>
                      </a:lnTo>
                      <a:lnTo>
                        <a:pt x="229" y="27"/>
                      </a:lnTo>
                      <a:lnTo>
                        <a:pt x="0"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555" name="Google Shape;555;g3a546d5887e_5_411"/>
            <p:cNvGrpSpPr/>
            <p:nvPr/>
          </p:nvGrpSpPr>
          <p:grpSpPr>
            <a:xfrm>
              <a:off x="8213439" y="3763745"/>
              <a:ext cx="374657" cy="463150"/>
              <a:chOff x="8243489" y="4050570"/>
              <a:chExt cx="374657" cy="463150"/>
            </a:xfrm>
          </p:grpSpPr>
          <p:sp>
            <p:nvSpPr>
              <p:cNvPr id="556" name="Google Shape;556;g3a546d5887e_5_41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57" name="Google Shape;557;g3a546d5887e_5_41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sp>
        <p:nvSpPr>
          <p:cNvPr id="558" name="Google Shape;558;g3a546d5887e_5_41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59" name="Shape 559"/>
        <p:cNvGrpSpPr/>
        <p:nvPr/>
      </p:nvGrpSpPr>
      <p:grpSpPr>
        <a:xfrm>
          <a:off x="0" y="0"/>
          <a:ext cx="0" cy="0"/>
          <a:chOff x="0" y="0"/>
          <a:chExt cx="0" cy="0"/>
        </a:xfrm>
      </p:grpSpPr>
      <p:sp>
        <p:nvSpPr>
          <p:cNvPr id="560" name="Google Shape;560;g3a546d5887e_5_711"/>
          <p:cNvSpPr/>
          <p:nvPr/>
        </p:nvSpPr>
        <p:spPr>
          <a:xfrm>
            <a:off x="-2306779" y="582346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61" name="Google Shape;561;g3a546d5887e_5_711"/>
          <p:cNvGrpSpPr/>
          <p:nvPr/>
        </p:nvGrpSpPr>
        <p:grpSpPr>
          <a:xfrm rot="-5400000">
            <a:off x="-1761880" y="7084280"/>
            <a:ext cx="3326800" cy="2884000"/>
            <a:chOff x="349725" y="59275"/>
            <a:chExt cx="2079250" cy="1802500"/>
          </a:xfrm>
        </p:grpSpPr>
        <p:sp>
          <p:nvSpPr>
            <p:cNvPr id="562" name="Google Shape;562;g3a546d5887e_5_711"/>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3" name="Google Shape;563;g3a546d5887e_5_711"/>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564" name="Google Shape;564;g3a546d5887e_5_711"/>
          <p:cNvGrpSpPr/>
          <p:nvPr/>
        </p:nvGrpSpPr>
        <p:grpSpPr>
          <a:xfrm rot="-5400000">
            <a:off x="9232009" y="-2285633"/>
            <a:ext cx="10212700" cy="2597679"/>
            <a:chOff x="713181" y="3935229"/>
            <a:chExt cx="6382937" cy="1623549"/>
          </a:xfrm>
        </p:grpSpPr>
        <p:sp>
          <p:nvSpPr>
            <p:cNvPr id="565" name="Google Shape;565;g3a546d5887e_5_711"/>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566" name="Google Shape;566;g3a546d5887e_5_711"/>
            <p:cNvGrpSpPr/>
            <p:nvPr/>
          </p:nvGrpSpPr>
          <p:grpSpPr>
            <a:xfrm flipH="1" rot="5400000">
              <a:off x="3392072" y="1847513"/>
              <a:ext cx="1257637" cy="5799003"/>
              <a:chOff x="3563222" y="101822"/>
              <a:chExt cx="1212180" cy="5125964"/>
            </a:xfrm>
          </p:grpSpPr>
          <p:sp>
            <p:nvSpPr>
              <p:cNvPr id="567" name="Google Shape;567;g3a546d5887e_5_711"/>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8" name="Google Shape;568;g3a546d5887e_5_711"/>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69" name="Google Shape;569;g3a546d5887e_5_711"/>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0" name="Google Shape;570;g3a546d5887e_5_711"/>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1" name="Google Shape;571;g3a546d5887e_5_711"/>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2" name="Google Shape;572;g3a546d5887e_5_711"/>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3" name="Google Shape;573;g3a546d5887e_5_711"/>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4" name="Google Shape;574;g3a546d5887e_5_711"/>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5" name="Google Shape;575;g3a546d5887e_5_711"/>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6" name="Google Shape;576;g3a546d5887e_5_711"/>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7" name="Google Shape;577;g3a546d5887e_5_711"/>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8" name="Google Shape;578;g3a546d5887e_5_711"/>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79" name="Google Shape;579;g3a546d5887e_5_711"/>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0" name="Google Shape;580;g3a546d5887e_5_711"/>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1" name="Google Shape;581;g3a546d5887e_5_711"/>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2" name="Google Shape;582;g3a546d5887e_5_711"/>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3" name="Google Shape;583;g3a546d5887e_5_711"/>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4" name="Google Shape;584;g3a546d5887e_5_711"/>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5" name="Google Shape;585;g3a546d5887e_5_711"/>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6" name="Google Shape;586;g3a546d5887e_5_711"/>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7" name="Google Shape;587;g3a546d5887e_5_711"/>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8" name="Google Shape;588;g3a546d5887e_5_711"/>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89" name="Google Shape;589;g3a546d5887e_5_711"/>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0" name="Google Shape;590;g3a546d5887e_5_711"/>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1" name="Google Shape;591;g3a546d5887e_5_711"/>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2" name="Google Shape;592;g3a546d5887e_5_711"/>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3" name="Google Shape;593;g3a546d5887e_5_711"/>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4" name="Google Shape;594;g3a546d5887e_5_711"/>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5" name="Google Shape;595;g3a546d5887e_5_711"/>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6" name="Google Shape;596;g3a546d5887e_5_711"/>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7" name="Google Shape;597;g3a546d5887e_5_711"/>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8" name="Google Shape;598;g3a546d5887e_5_711"/>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599" name="Google Shape;599;g3a546d5887e_5_711"/>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0" name="Google Shape;600;g3a546d5887e_5_711"/>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1" name="Google Shape;601;g3a546d5887e_5_711"/>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2" name="Google Shape;602;g3a546d5887e_5_711"/>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3" name="Google Shape;603;g3a546d5887e_5_711"/>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4" name="Google Shape;604;g3a546d5887e_5_711"/>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5" name="Google Shape;605;g3a546d5887e_5_711"/>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6" name="Google Shape;606;g3a546d5887e_5_711"/>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7" name="Google Shape;607;g3a546d5887e_5_711"/>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8" name="Google Shape;608;g3a546d5887e_5_711"/>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09" name="Google Shape;609;g3a546d5887e_5_711"/>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0" name="Google Shape;610;g3a546d5887e_5_711"/>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1" name="Google Shape;611;g3a546d5887e_5_711"/>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2" name="Google Shape;612;g3a546d5887e_5_711"/>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3" name="Google Shape;613;g3a546d5887e_5_711"/>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4" name="Google Shape;614;g3a546d5887e_5_711"/>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5" name="Google Shape;615;g3a546d5887e_5_711"/>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6" name="Google Shape;616;g3a546d5887e_5_711"/>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7" name="Google Shape;617;g3a546d5887e_5_711"/>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8" name="Google Shape;618;g3a546d5887e_5_711"/>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19" name="Google Shape;619;g3a546d5887e_5_711"/>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0" name="Google Shape;620;g3a546d5887e_5_711"/>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1" name="Google Shape;621;g3a546d5887e_5_711"/>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2" name="Google Shape;622;g3a546d5887e_5_711"/>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3" name="Google Shape;623;g3a546d5887e_5_711"/>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4" name="Google Shape;624;g3a546d5887e_5_711"/>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5" name="Google Shape;625;g3a546d5887e_5_711"/>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6" name="Google Shape;626;g3a546d5887e_5_711"/>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7" name="Google Shape;627;g3a546d5887e_5_711"/>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8" name="Google Shape;628;g3a546d5887e_5_711"/>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29" name="Google Shape;629;g3a546d5887e_5_711"/>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0" name="Google Shape;630;g3a546d5887e_5_711"/>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1" name="Google Shape;631;g3a546d5887e_5_711"/>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2" name="Google Shape;632;g3a546d5887e_5_711"/>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3" name="Google Shape;633;g3a546d5887e_5_711"/>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4" name="Google Shape;634;g3a546d5887e_5_711"/>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5" name="Google Shape;635;g3a546d5887e_5_711"/>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6" name="Google Shape;636;g3a546d5887e_5_711"/>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7" name="Google Shape;637;g3a546d5887e_5_711"/>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8" name="Google Shape;638;g3a546d5887e_5_711"/>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39" name="Google Shape;639;g3a546d5887e_5_711"/>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0" name="Google Shape;640;g3a546d5887e_5_711"/>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1" name="Google Shape;641;g3a546d5887e_5_711"/>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2" name="Google Shape;642;g3a546d5887e_5_711"/>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3" name="Google Shape;643;g3a546d5887e_5_711"/>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4" name="Google Shape;644;g3a546d5887e_5_711"/>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5" name="Google Shape;645;g3a546d5887e_5_711"/>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6" name="Google Shape;646;g3a546d5887e_5_711"/>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7" name="Google Shape;647;g3a546d5887e_5_711"/>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8" name="Google Shape;648;g3a546d5887e_5_711"/>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49" name="Google Shape;649;g3a546d5887e_5_711"/>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0" name="Google Shape;650;g3a546d5887e_5_711"/>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651" name="Google Shape;651;g3a546d5887e_5_711"/>
          <p:cNvGrpSpPr/>
          <p:nvPr/>
        </p:nvGrpSpPr>
        <p:grpSpPr>
          <a:xfrm>
            <a:off x="12429602" y="7221059"/>
            <a:ext cx="1200058" cy="1008709"/>
            <a:chOff x="1507450" y="3919292"/>
            <a:chExt cx="953486" cy="801453"/>
          </a:xfrm>
        </p:grpSpPr>
        <p:grpSp>
          <p:nvGrpSpPr>
            <p:cNvPr id="652" name="Google Shape;652;g3a546d5887e_5_711"/>
            <p:cNvGrpSpPr/>
            <p:nvPr/>
          </p:nvGrpSpPr>
          <p:grpSpPr>
            <a:xfrm>
              <a:off x="1806987" y="3919292"/>
              <a:ext cx="441906" cy="801453"/>
              <a:chOff x="3816307" y="2352225"/>
              <a:chExt cx="1213027" cy="2199982"/>
            </a:xfrm>
          </p:grpSpPr>
          <p:sp>
            <p:nvSpPr>
              <p:cNvPr id="653" name="Google Shape;653;g3a546d5887e_5_7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4" name="Google Shape;654;g3a546d5887e_5_7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5" name="Google Shape;655;g3a546d5887e_5_7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656" name="Google Shape;656;g3a546d5887e_5_711"/>
            <p:cNvGrpSpPr/>
            <p:nvPr/>
          </p:nvGrpSpPr>
          <p:grpSpPr>
            <a:xfrm>
              <a:off x="2248899" y="4334549"/>
              <a:ext cx="212037" cy="384777"/>
              <a:chOff x="3816307" y="2352225"/>
              <a:chExt cx="1213027" cy="2199982"/>
            </a:xfrm>
          </p:grpSpPr>
          <p:sp>
            <p:nvSpPr>
              <p:cNvPr id="657" name="Google Shape;657;g3a546d5887e_5_71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8" name="Google Shape;658;g3a546d5887e_5_71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59" name="Google Shape;659;g3a546d5887e_5_71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660" name="Google Shape;660;g3a546d5887e_5_711"/>
            <p:cNvGrpSpPr/>
            <p:nvPr/>
          </p:nvGrpSpPr>
          <p:grpSpPr>
            <a:xfrm>
              <a:off x="1507450" y="4205080"/>
              <a:ext cx="212025" cy="514245"/>
              <a:chOff x="3816313" y="1611982"/>
              <a:chExt cx="1212958" cy="2940225"/>
            </a:xfrm>
          </p:grpSpPr>
          <p:sp>
            <p:nvSpPr>
              <p:cNvPr id="661" name="Google Shape;661;g3a546d5887e_5_71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2" name="Google Shape;662;g3a546d5887e_5_71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3" name="Google Shape;663;g3a546d5887e_5_71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664" name="Google Shape;664;g3a546d5887e_5_711"/>
          <p:cNvGrpSpPr/>
          <p:nvPr/>
        </p:nvGrpSpPr>
        <p:grpSpPr>
          <a:xfrm>
            <a:off x="482062" y="6403752"/>
            <a:ext cx="599451" cy="741040"/>
            <a:chOff x="8243489" y="4050570"/>
            <a:chExt cx="374657" cy="463150"/>
          </a:xfrm>
        </p:grpSpPr>
        <p:sp>
          <p:nvSpPr>
            <p:cNvPr id="665" name="Google Shape;665;g3a546d5887e_5_71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66" name="Google Shape;666;g3a546d5887e_5_71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667" name="Google Shape;667;g3a546d5887e_5_711"/>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668" name="Google Shape;668;g3a546d5887e_5_711"/>
          <p:cNvSpPr txBox="1"/>
          <p:nvPr>
            <p:ph idx="1" type="subTitle"/>
          </p:nvPr>
        </p:nvSpPr>
        <p:spPr>
          <a:xfrm>
            <a:off x="174404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69" name="Google Shape;669;g3a546d5887e_5_711"/>
          <p:cNvSpPr txBox="1"/>
          <p:nvPr>
            <p:ph idx="2" type="subTitle"/>
          </p:nvPr>
        </p:nvSpPr>
        <p:spPr>
          <a:xfrm>
            <a:off x="557496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0" name="Google Shape;670;g3a546d5887e_5_711"/>
          <p:cNvSpPr txBox="1"/>
          <p:nvPr>
            <p:ph idx="3" type="subTitle"/>
          </p:nvPr>
        </p:nvSpPr>
        <p:spPr>
          <a:xfrm>
            <a:off x="9405880" y="4193917"/>
            <a:ext cx="3480600" cy="24030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1" name="Google Shape;671;g3a546d5887e_5_711"/>
          <p:cNvSpPr txBox="1"/>
          <p:nvPr>
            <p:ph idx="4" type="subTitle"/>
          </p:nvPr>
        </p:nvSpPr>
        <p:spPr>
          <a:xfrm>
            <a:off x="174404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2" name="Google Shape;672;g3a546d5887e_5_711"/>
          <p:cNvSpPr txBox="1"/>
          <p:nvPr>
            <p:ph idx="5" type="subTitle"/>
          </p:nvPr>
        </p:nvSpPr>
        <p:spPr>
          <a:xfrm>
            <a:off x="557496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3" name="Google Shape;673;g3a546d5887e_5_711"/>
          <p:cNvSpPr txBox="1"/>
          <p:nvPr>
            <p:ph idx="6" type="subTitle"/>
          </p:nvPr>
        </p:nvSpPr>
        <p:spPr>
          <a:xfrm>
            <a:off x="9405880" y="3505962"/>
            <a:ext cx="3480600" cy="8442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74" name="Google Shape;674;g3a546d5887e_5_71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75" name="Shape 675"/>
        <p:cNvGrpSpPr/>
        <p:nvPr/>
      </p:nvGrpSpPr>
      <p:grpSpPr>
        <a:xfrm>
          <a:off x="0" y="0"/>
          <a:ext cx="0" cy="0"/>
          <a:chOff x="0" y="0"/>
          <a:chExt cx="0" cy="0"/>
        </a:xfrm>
      </p:grpSpPr>
      <p:sp>
        <p:nvSpPr>
          <p:cNvPr id="676" name="Google Shape;676;g3a546d5887e_5_826"/>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677" name="Google Shape;677;g3a546d5887e_5_826"/>
          <p:cNvSpPr txBox="1"/>
          <p:nvPr>
            <p:ph idx="1" type="subTitle"/>
          </p:nvPr>
        </p:nvSpPr>
        <p:spPr>
          <a:xfrm>
            <a:off x="2917674" y="259804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8" name="Google Shape;678;g3a546d5887e_5_826"/>
          <p:cNvSpPr txBox="1"/>
          <p:nvPr>
            <p:ph idx="2" type="subTitle"/>
          </p:nvPr>
        </p:nvSpPr>
        <p:spPr>
          <a:xfrm>
            <a:off x="8827238" y="259804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79" name="Google Shape;679;g3a546d5887e_5_826"/>
          <p:cNvSpPr txBox="1"/>
          <p:nvPr>
            <p:ph idx="3" type="subTitle"/>
          </p:nvPr>
        </p:nvSpPr>
        <p:spPr>
          <a:xfrm>
            <a:off x="2917674" y="501112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80" name="Google Shape;680;g3a546d5887e_5_826"/>
          <p:cNvSpPr txBox="1"/>
          <p:nvPr>
            <p:ph idx="4" type="subTitle"/>
          </p:nvPr>
        </p:nvSpPr>
        <p:spPr>
          <a:xfrm>
            <a:off x="8827238" y="5011120"/>
            <a:ext cx="4497600" cy="15279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681" name="Google Shape;681;g3a546d5887e_5_826"/>
          <p:cNvSpPr txBox="1"/>
          <p:nvPr>
            <p:ph idx="5" type="subTitle"/>
          </p:nvPr>
        </p:nvSpPr>
        <p:spPr>
          <a:xfrm>
            <a:off x="2917674" y="21216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2" name="Google Shape;682;g3a546d5887e_5_826"/>
          <p:cNvSpPr txBox="1"/>
          <p:nvPr>
            <p:ph idx="6" type="subTitle"/>
          </p:nvPr>
        </p:nvSpPr>
        <p:spPr>
          <a:xfrm>
            <a:off x="2917674" y="45348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3" name="Google Shape;683;g3a546d5887e_5_826"/>
          <p:cNvSpPr txBox="1"/>
          <p:nvPr>
            <p:ph idx="7" type="subTitle"/>
          </p:nvPr>
        </p:nvSpPr>
        <p:spPr>
          <a:xfrm>
            <a:off x="8827238" y="21216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4" name="Google Shape;684;g3a546d5887e_5_826"/>
          <p:cNvSpPr txBox="1"/>
          <p:nvPr>
            <p:ph idx="8" type="subTitle"/>
          </p:nvPr>
        </p:nvSpPr>
        <p:spPr>
          <a:xfrm>
            <a:off x="8827238" y="4534880"/>
            <a:ext cx="4497600" cy="603300"/>
          </a:xfrm>
          <a:prstGeom prst="rect">
            <a:avLst/>
          </a:prstGeom>
          <a:noFill/>
          <a:ln>
            <a:noFill/>
          </a:ln>
        </p:spPr>
        <p:txBody>
          <a:bodyPr anchorCtr="0" anchor="b" bIns="146275" lIns="146275" spcFirstLastPara="1" rIns="146275" wrap="square" tIns="146275">
            <a:noAutofit/>
          </a:bodyPr>
          <a:lstStyle>
            <a:lvl1pPr lvl="0" algn="l">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685" name="Google Shape;685;g3a546d5887e_5_826"/>
          <p:cNvSpPr/>
          <p:nvPr/>
        </p:nvSpPr>
        <p:spPr>
          <a:xfrm>
            <a:off x="10698541" y="71707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686" name="Google Shape;686;g3a546d5887e_5_826"/>
          <p:cNvGrpSpPr/>
          <p:nvPr/>
        </p:nvGrpSpPr>
        <p:grpSpPr>
          <a:xfrm>
            <a:off x="12263297" y="6725046"/>
            <a:ext cx="1765185" cy="5340316"/>
            <a:chOff x="1825573" y="1896181"/>
            <a:chExt cx="964529" cy="2918046"/>
          </a:xfrm>
        </p:grpSpPr>
        <p:sp>
          <p:nvSpPr>
            <p:cNvPr id="687" name="Google Shape;687;g3a546d5887e_5_826"/>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688" name="Google Shape;688;g3a546d5887e_5_826"/>
            <p:cNvGrpSpPr/>
            <p:nvPr/>
          </p:nvGrpSpPr>
          <p:grpSpPr>
            <a:xfrm>
              <a:off x="2001780" y="2072389"/>
              <a:ext cx="612115" cy="2698299"/>
              <a:chOff x="1718105" y="2072389"/>
              <a:chExt cx="612115" cy="2698299"/>
            </a:xfrm>
          </p:grpSpPr>
          <p:sp>
            <p:nvSpPr>
              <p:cNvPr id="689" name="Google Shape;689;g3a546d5887e_5_826"/>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0" name="Google Shape;690;g3a546d5887e_5_826"/>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1" name="Google Shape;691;g3a546d5887e_5_826"/>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2" name="Google Shape;692;g3a546d5887e_5_826"/>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3" name="Google Shape;693;g3a546d5887e_5_826"/>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4" name="Google Shape;694;g3a546d5887e_5_826"/>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5" name="Google Shape;695;g3a546d5887e_5_826"/>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6" name="Google Shape;696;g3a546d5887e_5_826"/>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7" name="Google Shape;697;g3a546d5887e_5_826"/>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8" name="Google Shape;698;g3a546d5887e_5_826"/>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699" name="Google Shape;699;g3a546d5887e_5_826"/>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0" name="Google Shape;700;g3a546d5887e_5_826"/>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1" name="Google Shape;701;g3a546d5887e_5_826"/>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2" name="Google Shape;702;g3a546d5887e_5_826"/>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3" name="Google Shape;703;g3a546d5887e_5_826"/>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4" name="Google Shape;704;g3a546d5887e_5_826"/>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5" name="Google Shape;705;g3a546d5887e_5_826"/>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6" name="Google Shape;706;g3a546d5887e_5_826"/>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7" name="Google Shape;707;g3a546d5887e_5_826"/>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8" name="Google Shape;708;g3a546d5887e_5_826"/>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09" name="Google Shape;709;g3a546d5887e_5_826"/>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0" name="Google Shape;710;g3a546d5887e_5_826"/>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1" name="Google Shape;711;g3a546d5887e_5_826"/>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2" name="Google Shape;712;g3a546d5887e_5_826"/>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3" name="Google Shape;713;g3a546d5887e_5_826"/>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4" name="Google Shape;714;g3a546d5887e_5_826"/>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5" name="Google Shape;715;g3a546d5887e_5_826"/>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6" name="Google Shape;716;g3a546d5887e_5_826"/>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7" name="Google Shape;717;g3a546d5887e_5_826"/>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8" name="Google Shape;718;g3a546d5887e_5_826"/>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19" name="Google Shape;719;g3a546d5887e_5_826"/>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0" name="Google Shape;720;g3a546d5887e_5_826"/>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1" name="Google Shape;721;g3a546d5887e_5_826"/>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2" name="Google Shape;722;g3a546d5887e_5_826"/>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3" name="Google Shape;723;g3a546d5887e_5_826"/>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4" name="Google Shape;724;g3a546d5887e_5_826"/>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5" name="Google Shape;725;g3a546d5887e_5_826"/>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6" name="Google Shape;726;g3a546d5887e_5_826"/>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7" name="Google Shape;727;g3a546d5887e_5_826"/>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8" name="Google Shape;728;g3a546d5887e_5_826"/>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29" name="Google Shape;729;g3a546d5887e_5_826"/>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0" name="Google Shape;730;g3a546d5887e_5_826"/>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1" name="Google Shape;731;g3a546d5887e_5_826"/>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2" name="Google Shape;732;g3a546d5887e_5_826"/>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3" name="Google Shape;733;g3a546d5887e_5_826"/>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4" name="Google Shape;734;g3a546d5887e_5_826"/>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5" name="Google Shape;735;g3a546d5887e_5_826"/>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6" name="Google Shape;736;g3a546d5887e_5_826"/>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7" name="Google Shape;737;g3a546d5887e_5_826"/>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8" name="Google Shape;738;g3a546d5887e_5_826"/>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39" name="Google Shape;739;g3a546d5887e_5_826"/>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740" name="Google Shape;740;g3a546d5887e_5_826"/>
          <p:cNvGrpSpPr/>
          <p:nvPr/>
        </p:nvGrpSpPr>
        <p:grpSpPr>
          <a:xfrm flipH="1">
            <a:off x="-5635686" y="-2588852"/>
            <a:ext cx="6787617" cy="10818628"/>
            <a:chOff x="1336575" y="1389950"/>
            <a:chExt cx="1583450" cy="2523825"/>
          </a:xfrm>
        </p:grpSpPr>
        <p:sp>
          <p:nvSpPr>
            <p:cNvPr id="741" name="Google Shape;741;g3a546d5887e_5_826"/>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2" name="Google Shape;742;g3a546d5887e_5_826"/>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3" name="Google Shape;743;g3a546d5887e_5_826"/>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4" name="Google Shape;744;g3a546d5887e_5_826"/>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5" name="Google Shape;745;g3a546d5887e_5_826"/>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6" name="Google Shape;746;g3a546d5887e_5_826"/>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7" name="Google Shape;747;g3a546d5887e_5_826"/>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8" name="Google Shape;748;g3a546d5887e_5_826"/>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49" name="Google Shape;749;g3a546d5887e_5_826"/>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0" name="Google Shape;750;g3a546d5887e_5_826"/>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1" name="Google Shape;751;g3a546d5887e_5_826"/>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2" name="Google Shape;752;g3a546d5887e_5_826"/>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3" name="Google Shape;753;g3a546d5887e_5_826"/>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4" name="Google Shape;754;g3a546d5887e_5_826"/>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5" name="Google Shape;755;g3a546d5887e_5_826"/>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6" name="Google Shape;756;g3a546d5887e_5_826"/>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7" name="Google Shape;757;g3a546d5887e_5_826"/>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8" name="Google Shape;758;g3a546d5887e_5_826"/>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59" name="Google Shape;759;g3a546d5887e_5_826"/>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0" name="Google Shape;760;g3a546d5887e_5_826"/>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1" name="Google Shape;761;g3a546d5887e_5_826"/>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2" name="Google Shape;762;g3a546d5887e_5_826"/>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3" name="Google Shape;763;g3a546d5887e_5_826"/>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4" name="Google Shape;764;g3a546d5887e_5_826"/>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5" name="Google Shape;765;g3a546d5887e_5_826"/>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6" name="Google Shape;766;g3a546d5887e_5_826"/>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7" name="Google Shape;767;g3a546d5887e_5_826"/>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8" name="Google Shape;768;g3a546d5887e_5_826"/>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69" name="Google Shape;769;g3a546d5887e_5_826"/>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0" name="Google Shape;770;g3a546d5887e_5_826"/>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1" name="Google Shape;771;g3a546d5887e_5_826"/>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2" name="Google Shape;772;g3a546d5887e_5_826"/>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3" name="Google Shape;773;g3a546d5887e_5_826"/>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4" name="Google Shape;774;g3a546d5887e_5_826"/>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5" name="Google Shape;775;g3a546d5887e_5_826"/>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6" name="Google Shape;776;g3a546d5887e_5_826"/>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7" name="Google Shape;777;g3a546d5887e_5_826"/>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78" name="Google Shape;778;g3a546d5887e_5_826"/>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779" name="Google Shape;779;g3a546d5887e_5_826"/>
          <p:cNvGrpSpPr/>
          <p:nvPr/>
        </p:nvGrpSpPr>
        <p:grpSpPr>
          <a:xfrm>
            <a:off x="12846102" y="6322192"/>
            <a:ext cx="599451" cy="741040"/>
            <a:chOff x="8243489" y="4050570"/>
            <a:chExt cx="374657" cy="463150"/>
          </a:xfrm>
        </p:grpSpPr>
        <p:sp>
          <p:nvSpPr>
            <p:cNvPr id="780" name="Google Shape;780;g3a546d5887e_5_826"/>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1" name="Google Shape;781;g3a546d5887e_5_826"/>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782" name="Google Shape;782;g3a546d5887e_5_826"/>
          <p:cNvGrpSpPr/>
          <p:nvPr/>
        </p:nvGrpSpPr>
        <p:grpSpPr>
          <a:xfrm>
            <a:off x="988814" y="7220944"/>
            <a:ext cx="1138530" cy="1008661"/>
            <a:chOff x="460372" y="2406765"/>
            <a:chExt cx="711581" cy="630413"/>
          </a:xfrm>
        </p:grpSpPr>
        <p:grpSp>
          <p:nvGrpSpPr>
            <p:cNvPr id="783" name="Google Shape;783;g3a546d5887e_5_826"/>
            <p:cNvGrpSpPr/>
            <p:nvPr/>
          </p:nvGrpSpPr>
          <p:grpSpPr>
            <a:xfrm>
              <a:off x="666101" y="2406765"/>
              <a:ext cx="505852" cy="630413"/>
              <a:chOff x="666101" y="2406765"/>
              <a:chExt cx="505852" cy="630413"/>
            </a:xfrm>
          </p:grpSpPr>
          <p:grpSp>
            <p:nvGrpSpPr>
              <p:cNvPr id="784" name="Google Shape;784;g3a546d5887e_5_826"/>
              <p:cNvGrpSpPr/>
              <p:nvPr/>
            </p:nvGrpSpPr>
            <p:grpSpPr>
              <a:xfrm>
                <a:off x="1005171" y="2632603"/>
                <a:ext cx="166782" cy="404575"/>
                <a:chOff x="3816313" y="1611982"/>
                <a:chExt cx="1212958" cy="2940225"/>
              </a:xfrm>
            </p:grpSpPr>
            <p:sp>
              <p:nvSpPr>
                <p:cNvPr id="785" name="Google Shape;785;g3a546d5887e_5_82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6" name="Google Shape;786;g3a546d5887e_5_82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87" name="Google Shape;787;g3a546d5887e_5_82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788" name="Google Shape;788;g3a546d5887e_5_826"/>
              <p:cNvGrpSpPr/>
              <p:nvPr/>
            </p:nvGrpSpPr>
            <p:grpSpPr>
              <a:xfrm>
                <a:off x="666101" y="2406765"/>
                <a:ext cx="259816" cy="630384"/>
                <a:chOff x="3816313" y="1611982"/>
                <a:chExt cx="1212958" cy="2940225"/>
              </a:xfrm>
            </p:grpSpPr>
            <p:sp>
              <p:nvSpPr>
                <p:cNvPr id="789" name="Google Shape;789;g3a546d5887e_5_82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0" name="Google Shape;790;g3a546d5887e_5_82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1" name="Google Shape;791;g3a546d5887e_5_82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792" name="Google Shape;792;g3a546d5887e_5_826"/>
            <p:cNvGrpSpPr/>
            <p:nvPr/>
          </p:nvGrpSpPr>
          <p:grpSpPr>
            <a:xfrm>
              <a:off x="460372" y="2728161"/>
              <a:ext cx="166791" cy="302717"/>
              <a:chOff x="3816307" y="2352225"/>
              <a:chExt cx="1213027" cy="2199982"/>
            </a:xfrm>
          </p:grpSpPr>
          <p:sp>
            <p:nvSpPr>
              <p:cNvPr id="793" name="Google Shape;793;g3a546d5887e_5_82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4" name="Google Shape;794;g3a546d5887e_5_82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795" name="Google Shape;795;g3a546d5887e_5_82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796" name="Google Shape;796;g3a546d5887e_5_82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97" name="Shape 797"/>
        <p:cNvGrpSpPr/>
        <p:nvPr/>
      </p:nvGrpSpPr>
      <p:grpSpPr>
        <a:xfrm>
          <a:off x="0" y="0"/>
          <a:ext cx="0" cy="0"/>
          <a:chOff x="0" y="0"/>
          <a:chExt cx="0" cy="0"/>
        </a:xfrm>
      </p:grpSpPr>
      <p:sp>
        <p:nvSpPr>
          <p:cNvPr id="798" name="Google Shape;798;g3a546d5887e_5_947"/>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799" name="Google Shape;799;g3a546d5887e_5_947"/>
          <p:cNvSpPr txBox="1"/>
          <p:nvPr>
            <p:ph idx="1" type="subTitle"/>
          </p:nvPr>
        </p:nvSpPr>
        <p:spPr>
          <a:xfrm>
            <a:off x="1152003"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0" name="Google Shape;800;g3a546d5887e_5_947"/>
          <p:cNvSpPr txBox="1"/>
          <p:nvPr>
            <p:ph idx="2" type="subTitle"/>
          </p:nvPr>
        </p:nvSpPr>
        <p:spPr>
          <a:xfrm>
            <a:off x="5726400"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1" name="Google Shape;801;g3a546d5887e_5_947"/>
          <p:cNvSpPr txBox="1"/>
          <p:nvPr>
            <p:ph idx="3" type="subTitle"/>
          </p:nvPr>
        </p:nvSpPr>
        <p:spPr>
          <a:xfrm>
            <a:off x="1152003"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2" name="Google Shape;802;g3a546d5887e_5_947"/>
          <p:cNvSpPr txBox="1"/>
          <p:nvPr>
            <p:ph idx="4" type="subTitle"/>
          </p:nvPr>
        </p:nvSpPr>
        <p:spPr>
          <a:xfrm>
            <a:off x="5726400"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3" name="Google Shape;803;g3a546d5887e_5_947"/>
          <p:cNvSpPr txBox="1"/>
          <p:nvPr>
            <p:ph idx="5" type="subTitle"/>
          </p:nvPr>
        </p:nvSpPr>
        <p:spPr>
          <a:xfrm>
            <a:off x="10300797" y="2347898"/>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4" name="Google Shape;804;g3a546d5887e_5_947"/>
          <p:cNvSpPr txBox="1"/>
          <p:nvPr>
            <p:ph idx="6" type="subTitle"/>
          </p:nvPr>
        </p:nvSpPr>
        <p:spPr>
          <a:xfrm>
            <a:off x="10300797" y="4872520"/>
            <a:ext cx="3177600" cy="1768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805" name="Google Shape;805;g3a546d5887e_5_947"/>
          <p:cNvSpPr txBox="1"/>
          <p:nvPr>
            <p:ph idx="7" type="subTitle"/>
          </p:nvPr>
        </p:nvSpPr>
        <p:spPr>
          <a:xfrm>
            <a:off x="1158243"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6" name="Google Shape;806;g3a546d5887e_5_947"/>
          <p:cNvSpPr txBox="1"/>
          <p:nvPr>
            <p:ph idx="8" type="subTitle"/>
          </p:nvPr>
        </p:nvSpPr>
        <p:spPr>
          <a:xfrm>
            <a:off x="5732640"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7" name="Google Shape;807;g3a546d5887e_5_947"/>
          <p:cNvSpPr txBox="1"/>
          <p:nvPr>
            <p:ph idx="9" type="subTitle"/>
          </p:nvPr>
        </p:nvSpPr>
        <p:spPr>
          <a:xfrm>
            <a:off x="10307037" y="1894181"/>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8" name="Google Shape;808;g3a546d5887e_5_947"/>
          <p:cNvSpPr txBox="1"/>
          <p:nvPr>
            <p:ph idx="13" type="subTitle"/>
          </p:nvPr>
        </p:nvSpPr>
        <p:spPr>
          <a:xfrm>
            <a:off x="1158243"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09" name="Google Shape;809;g3a546d5887e_5_947"/>
          <p:cNvSpPr txBox="1"/>
          <p:nvPr>
            <p:ph idx="14" type="subTitle"/>
          </p:nvPr>
        </p:nvSpPr>
        <p:spPr>
          <a:xfrm>
            <a:off x="5732640"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10" name="Google Shape;810;g3a546d5887e_5_947"/>
          <p:cNvSpPr txBox="1"/>
          <p:nvPr>
            <p:ph idx="15" type="subTitle"/>
          </p:nvPr>
        </p:nvSpPr>
        <p:spPr>
          <a:xfrm>
            <a:off x="10307037" y="4413680"/>
            <a:ext cx="3165000" cy="603300"/>
          </a:xfrm>
          <a:prstGeom prst="rect">
            <a:avLst/>
          </a:prstGeom>
          <a:noFill/>
          <a:ln>
            <a:noFill/>
          </a:ln>
        </p:spPr>
        <p:txBody>
          <a:bodyPr anchorCtr="0" anchor="b" bIns="146275" lIns="146275" spcFirstLastPara="1" rIns="146275" wrap="square" tIns="146275">
            <a:noAutofit/>
          </a:bodyPr>
          <a:lstStyle>
            <a:lvl1pPr lvl="0" algn="ctr">
              <a:lnSpc>
                <a:spcPct val="100000"/>
              </a:lnSpc>
              <a:spcBef>
                <a:spcPts val="0"/>
              </a:spcBef>
              <a:spcAft>
                <a:spcPts val="0"/>
              </a:spcAft>
              <a:buSzPts val="3800"/>
              <a:buFont typeface="Bebas Neue"/>
              <a:buNone/>
              <a:defRPr sz="34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SzPts val="3800"/>
              <a:buFont typeface="Bebas Neue"/>
              <a:buNone/>
              <a:defRPr sz="3800">
                <a:latin typeface="Bebas Neue"/>
                <a:ea typeface="Bebas Neue"/>
                <a:cs typeface="Bebas Neue"/>
                <a:sym typeface="Bebas Neue"/>
              </a:defRPr>
            </a:lvl2pPr>
            <a:lvl3pPr lvl="2" algn="ctr">
              <a:lnSpc>
                <a:spcPct val="100000"/>
              </a:lnSpc>
              <a:spcBef>
                <a:spcPts val="0"/>
              </a:spcBef>
              <a:spcAft>
                <a:spcPts val="0"/>
              </a:spcAft>
              <a:buSzPts val="3800"/>
              <a:buFont typeface="Bebas Neue"/>
              <a:buNone/>
              <a:defRPr sz="3800">
                <a:latin typeface="Bebas Neue"/>
                <a:ea typeface="Bebas Neue"/>
                <a:cs typeface="Bebas Neue"/>
                <a:sym typeface="Bebas Neue"/>
              </a:defRPr>
            </a:lvl3pPr>
            <a:lvl4pPr lvl="3" algn="ctr">
              <a:lnSpc>
                <a:spcPct val="100000"/>
              </a:lnSpc>
              <a:spcBef>
                <a:spcPts val="0"/>
              </a:spcBef>
              <a:spcAft>
                <a:spcPts val="0"/>
              </a:spcAft>
              <a:buSzPts val="3800"/>
              <a:buFont typeface="Bebas Neue"/>
              <a:buNone/>
              <a:defRPr sz="3800">
                <a:latin typeface="Bebas Neue"/>
                <a:ea typeface="Bebas Neue"/>
                <a:cs typeface="Bebas Neue"/>
                <a:sym typeface="Bebas Neue"/>
              </a:defRPr>
            </a:lvl4pPr>
            <a:lvl5pPr lvl="4" algn="ctr">
              <a:lnSpc>
                <a:spcPct val="100000"/>
              </a:lnSpc>
              <a:spcBef>
                <a:spcPts val="0"/>
              </a:spcBef>
              <a:spcAft>
                <a:spcPts val="0"/>
              </a:spcAft>
              <a:buSzPts val="3800"/>
              <a:buFont typeface="Bebas Neue"/>
              <a:buNone/>
              <a:defRPr sz="3800">
                <a:latin typeface="Bebas Neue"/>
                <a:ea typeface="Bebas Neue"/>
                <a:cs typeface="Bebas Neue"/>
                <a:sym typeface="Bebas Neue"/>
              </a:defRPr>
            </a:lvl5pPr>
            <a:lvl6pPr lvl="5" algn="ctr">
              <a:lnSpc>
                <a:spcPct val="100000"/>
              </a:lnSpc>
              <a:spcBef>
                <a:spcPts val="0"/>
              </a:spcBef>
              <a:spcAft>
                <a:spcPts val="0"/>
              </a:spcAft>
              <a:buSzPts val="3800"/>
              <a:buFont typeface="Bebas Neue"/>
              <a:buNone/>
              <a:defRPr sz="3800">
                <a:latin typeface="Bebas Neue"/>
                <a:ea typeface="Bebas Neue"/>
                <a:cs typeface="Bebas Neue"/>
                <a:sym typeface="Bebas Neue"/>
              </a:defRPr>
            </a:lvl6pPr>
            <a:lvl7pPr lvl="6" algn="ctr">
              <a:lnSpc>
                <a:spcPct val="100000"/>
              </a:lnSpc>
              <a:spcBef>
                <a:spcPts val="0"/>
              </a:spcBef>
              <a:spcAft>
                <a:spcPts val="0"/>
              </a:spcAft>
              <a:buSzPts val="3800"/>
              <a:buFont typeface="Bebas Neue"/>
              <a:buNone/>
              <a:defRPr sz="3800">
                <a:latin typeface="Bebas Neue"/>
                <a:ea typeface="Bebas Neue"/>
                <a:cs typeface="Bebas Neue"/>
                <a:sym typeface="Bebas Neue"/>
              </a:defRPr>
            </a:lvl7pPr>
            <a:lvl8pPr lvl="7" algn="ctr">
              <a:lnSpc>
                <a:spcPct val="100000"/>
              </a:lnSpc>
              <a:spcBef>
                <a:spcPts val="0"/>
              </a:spcBef>
              <a:spcAft>
                <a:spcPts val="0"/>
              </a:spcAft>
              <a:buSzPts val="3800"/>
              <a:buFont typeface="Bebas Neue"/>
              <a:buNone/>
              <a:defRPr sz="3800">
                <a:latin typeface="Bebas Neue"/>
                <a:ea typeface="Bebas Neue"/>
                <a:cs typeface="Bebas Neue"/>
                <a:sym typeface="Bebas Neue"/>
              </a:defRPr>
            </a:lvl8pPr>
            <a:lvl9pPr lvl="8" algn="ctr">
              <a:lnSpc>
                <a:spcPct val="100000"/>
              </a:lnSpc>
              <a:spcBef>
                <a:spcPts val="0"/>
              </a:spcBef>
              <a:spcAft>
                <a:spcPts val="0"/>
              </a:spcAft>
              <a:buSzPts val="3800"/>
              <a:buFont typeface="Bebas Neue"/>
              <a:buNone/>
              <a:defRPr sz="3800">
                <a:latin typeface="Bebas Neue"/>
                <a:ea typeface="Bebas Neue"/>
                <a:cs typeface="Bebas Neue"/>
                <a:sym typeface="Bebas Neue"/>
              </a:defRPr>
            </a:lvl9pPr>
          </a:lstStyle>
          <a:p/>
        </p:txBody>
      </p:sp>
      <p:sp>
        <p:nvSpPr>
          <p:cNvPr id="811" name="Google Shape;811;g3a546d5887e_5_947"/>
          <p:cNvSpPr/>
          <p:nvPr/>
        </p:nvSpPr>
        <p:spPr>
          <a:xfrm>
            <a:off x="12245358" y="667748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812" name="Google Shape;812;g3a546d5887e_5_947"/>
          <p:cNvGrpSpPr/>
          <p:nvPr/>
        </p:nvGrpSpPr>
        <p:grpSpPr>
          <a:xfrm flipH="1">
            <a:off x="-1907127" y="5258871"/>
            <a:ext cx="22157030" cy="2747559"/>
            <a:chOff x="3225200" y="1878300"/>
            <a:chExt cx="5251850" cy="651250"/>
          </a:xfrm>
        </p:grpSpPr>
        <p:sp>
          <p:nvSpPr>
            <p:cNvPr id="813" name="Google Shape;813;g3a546d5887e_5_947"/>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4" name="Google Shape;814;g3a546d5887e_5_947"/>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5" name="Google Shape;815;g3a546d5887e_5_947"/>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6" name="Google Shape;816;g3a546d5887e_5_947"/>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7" name="Google Shape;817;g3a546d5887e_5_947"/>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8" name="Google Shape;818;g3a546d5887e_5_947"/>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19" name="Google Shape;819;g3a546d5887e_5_947"/>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0" name="Google Shape;820;g3a546d5887e_5_947"/>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1" name="Google Shape;821;g3a546d5887e_5_947"/>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2" name="Google Shape;822;g3a546d5887e_5_947"/>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3" name="Google Shape;823;g3a546d5887e_5_947"/>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4" name="Google Shape;824;g3a546d5887e_5_947"/>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5" name="Google Shape;825;g3a546d5887e_5_947"/>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6" name="Google Shape;826;g3a546d5887e_5_947"/>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7" name="Google Shape;827;g3a546d5887e_5_947"/>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8" name="Google Shape;828;g3a546d5887e_5_947"/>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29" name="Google Shape;829;g3a546d5887e_5_947"/>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0" name="Google Shape;830;g3a546d5887e_5_947"/>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1" name="Google Shape;831;g3a546d5887e_5_947"/>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2" name="Google Shape;832;g3a546d5887e_5_947"/>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3" name="Google Shape;833;g3a546d5887e_5_947"/>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4" name="Google Shape;834;g3a546d5887e_5_947"/>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5" name="Google Shape;835;g3a546d5887e_5_947"/>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6" name="Google Shape;836;g3a546d5887e_5_947"/>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7" name="Google Shape;837;g3a546d5887e_5_947"/>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8" name="Google Shape;838;g3a546d5887e_5_947"/>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39" name="Google Shape;839;g3a546d5887e_5_947"/>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0" name="Google Shape;840;g3a546d5887e_5_947"/>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1" name="Google Shape;841;g3a546d5887e_5_947"/>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2" name="Google Shape;842;g3a546d5887e_5_947"/>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3" name="Google Shape;843;g3a546d5887e_5_947"/>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4" name="Google Shape;844;g3a546d5887e_5_947"/>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5" name="Google Shape;845;g3a546d5887e_5_947"/>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6" name="Google Shape;846;g3a546d5887e_5_947"/>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7" name="Google Shape;847;g3a546d5887e_5_947"/>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8" name="Google Shape;848;g3a546d5887e_5_947"/>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49" name="Google Shape;849;g3a546d5887e_5_947"/>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0" name="Google Shape;850;g3a546d5887e_5_947"/>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1" name="Google Shape;851;g3a546d5887e_5_947"/>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2" name="Google Shape;852;g3a546d5887e_5_947"/>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3" name="Google Shape;853;g3a546d5887e_5_947"/>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4" name="Google Shape;854;g3a546d5887e_5_947"/>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5" name="Google Shape;855;g3a546d5887e_5_947"/>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6" name="Google Shape;856;g3a546d5887e_5_947"/>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7" name="Google Shape;857;g3a546d5887e_5_947"/>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8" name="Google Shape;858;g3a546d5887e_5_947"/>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59" name="Google Shape;859;g3a546d5887e_5_947"/>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0" name="Google Shape;860;g3a546d5887e_5_947"/>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1" name="Google Shape;861;g3a546d5887e_5_947"/>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2" name="Google Shape;862;g3a546d5887e_5_947"/>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3" name="Google Shape;863;g3a546d5887e_5_947"/>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4" name="Google Shape;864;g3a546d5887e_5_947"/>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5" name="Google Shape;865;g3a546d5887e_5_947"/>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6" name="Google Shape;866;g3a546d5887e_5_947"/>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7" name="Google Shape;867;g3a546d5887e_5_947"/>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8" name="Google Shape;868;g3a546d5887e_5_947"/>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69" name="Google Shape;869;g3a546d5887e_5_947"/>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0" name="Google Shape;870;g3a546d5887e_5_947"/>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1" name="Google Shape;871;g3a546d5887e_5_947"/>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2" name="Google Shape;872;g3a546d5887e_5_947"/>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3" name="Google Shape;873;g3a546d5887e_5_947"/>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4" name="Google Shape;874;g3a546d5887e_5_947"/>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5" name="Google Shape;875;g3a546d5887e_5_947"/>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6" name="Google Shape;876;g3a546d5887e_5_947"/>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7" name="Google Shape;877;g3a546d5887e_5_947"/>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8" name="Google Shape;878;g3a546d5887e_5_947"/>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79" name="Google Shape;879;g3a546d5887e_5_947"/>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0" name="Google Shape;880;g3a546d5887e_5_947"/>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1" name="Google Shape;881;g3a546d5887e_5_947"/>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2" name="Google Shape;882;g3a546d5887e_5_947"/>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3" name="Google Shape;883;g3a546d5887e_5_947"/>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4" name="Google Shape;884;g3a546d5887e_5_947"/>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5" name="Google Shape;885;g3a546d5887e_5_947"/>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6" name="Google Shape;886;g3a546d5887e_5_947"/>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7" name="Google Shape;887;g3a546d5887e_5_947"/>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8" name="Google Shape;888;g3a546d5887e_5_947"/>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89" name="Google Shape;889;g3a546d5887e_5_947"/>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0" name="Google Shape;890;g3a546d5887e_5_947"/>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1" name="Google Shape;891;g3a546d5887e_5_947"/>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2" name="Google Shape;892;g3a546d5887e_5_947"/>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3" name="Google Shape;893;g3a546d5887e_5_947"/>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4" name="Google Shape;894;g3a546d5887e_5_947"/>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5" name="Google Shape;895;g3a546d5887e_5_947"/>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6" name="Google Shape;896;g3a546d5887e_5_947"/>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7" name="Google Shape;897;g3a546d5887e_5_947"/>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8" name="Google Shape;898;g3a546d5887e_5_947"/>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899" name="Google Shape;899;g3a546d5887e_5_947"/>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0" name="Google Shape;900;g3a546d5887e_5_947"/>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1" name="Google Shape;901;g3a546d5887e_5_947"/>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2" name="Google Shape;902;g3a546d5887e_5_947"/>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3" name="Google Shape;903;g3a546d5887e_5_947"/>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4" name="Google Shape;904;g3a546d5887e_5_947"/>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5" name="Google Shape;905;g3a546d5887e_5_947"/>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6" name="Google Shape;906;g3a546d5887e_5_947"/>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7" name="Google Shape;907;g3a546d5887e_5_947"/>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8" name="Google Shape;908;g3a546d5887e_5_947"/>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09" name="Google Shape;909;g3a546d5887e_5_947"/>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0" name="Google Shape;910;g3a546d5887e_5_947"/>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1" name="Google Shape;911;g3a546d5887e_5_947"/>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2" name="Google Shape;912;g3a546d5887e_5_947"/>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3" name="Google Shape;913;g3a546d5887e_5_947"/>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4" name="Google Shape;914;g3a546d5887e_5_947"/>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5" name="Google Shape;915;g3a546d5887e_5_947"/>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6" name="Google Shape;916;g3a546d5887e_5_947"/>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7" name="Google Shape;917;g3a546d5887e_5_947"/>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8" name="Google Shape;918;g3a546d5887e_5_947"/>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19" name="Google Shape;919;g3a546d5887e_5_947"/>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0" name="Google Shape;920;g3a546d5887e_5_947"/>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1" name="Google Shape;921;g3a546d5887e_5_947"/>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2" name="Google Shape;922;g3a546d5887e_5_947"/>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3" name="Google Shape;923;g3a546d5887e_5_947"/>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4" name="Google Shape;924;g3a546d5887e_5_947"/>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5" name="Google Shape;925;g3a546d5887e_5_947"/>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6" name="Google Shape;926;g3a546d5887e_5_947"/>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7" name="Google Shape;927;g3a546d5887e_5_947"/>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8" name="Google Shape;928;g3a546d5887e_5_947"/>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29" name="Google Shape;929;g3a546d5887e_5_947"/>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0" name="Google Shape;930;g3a546d5887e_5_947"/>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1" name="Google Shape;931;g3a546d5887e_5_947"/>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2" name="Google Shape;932;g3a546d5887e_5_947"/>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3" name="Google Shape;933;g3a546d5887e_5_947"/>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4" name="Google Shape;934;g3a546d5887e_5_947"/>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5" name="Google Shape;935;g3a546d5887e_5_947"/>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6" name="Google Shape;936;g3a546d5887e_5_947"/>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7" name="Google Shape;937;g3a546d5887e_5_947"/>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8" name="Google Shape;938;g3a546d5887e_5_947"/>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39" name="Google Shape;939;g3a546d5887e_5_947"/>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0" name="Google Shape;940;g3a546d5887e_5_947"/>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1" name="Google Shape;941;g3a546d5887e_5_947"/>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2" name="Google Shape;942;g3a546d5887e_5_947"/>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3" name="Google Shape;943;g3a546d5887e_5_947"/>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4" name="Google Shape;944;g3a546d5887e_5_947"/>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5" name="Google Shape;945;g3a546d5887e_5_947"/>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6" name="Google Shape;946;g3a546d5887e_5_947"/>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7" name="Google Shape;947;g3a546d5887e_5_947"/>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8" name="Google Shape;948;g3a546d5887e_5_947"/>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49" name="Google Shape;949;g3a546d5887e_5_947"/>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0" name="Google Shape;950;g3a546d5887e_5_947"/>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1" name="Google Shape;951;g3a546d5887e_5_947"/>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2" name="Google Shape;952;g3a546d5887e_5_947"/>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3" name="Google Shape;953;g3a546d5887e_5_947"/>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4" name="Google Shape;954;g3a546d5887e_5_947"/>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5" name="Google Shape;955;g3a546d5887e_5_947"/>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6" name="Google Shape;956;g3a546d5887e_5_947"/>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7" name="Google Shape;957;g3a546d5887e_5_947"/>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8" name="Google Shape;958;g3a546d5887e_5_947"/>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59" name="Google Shape;959;g3a546d5887e_5_947"/>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0" name="Google Shape;960;g3a546d5887e_5_947"/>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61" name="Google Shape;961;g3a546d5887e_5_947"/>
          <p:cNvGrpSpPr/>
          <p:nvPr/>
        </p:nvGrpSpPr>
        <p:grpSpPr>
          <a:xfrm flipH="1">
            <a:off x="12152547" y="7221018"/>
            <a:ext cx="822797" cy="1008824"/>
            <a:chOff x="1551615" y="4513162"/>
            <a:chExt cx="514248" cy="630515"/>
          </a:xfrm>
        </p:grpSpPr>
        <p:grpSp>
          <p:nvGrpSpPr>
            <p:cNvPr id="962" name="Google Shape;962;g3a546d5887e_5_947"/>
            <p:cNvGrpSpPr/>
            <p:nvPr/>
          </p:nvGrpSpPr>
          <p:grpSpPr>
            <a:xfrm>
              <a:off x="1551615" y="4513162"/>
              <a:ext cx="347653" cy="630515"/>
              <a:chOff x="3816307" y="2352225"/>
              <a:chExt cx="1213027" cy="2199982"/>
            </a:xfrm>
          </p:grpSpPr>
          <p:sp>
            <p:nvSpPr>
              <p:cNvPr id="963" name="Google Shape;963;g3a546d5887e_5_94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4" name="Google Shape;964;g3a546d5887e_5_94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5" name="Google Shape;965;g3a546d5887e_5_94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966" name="Google Shape;966;g3a546d5887e_5_947"/>
            <p:cNvGrpSpPr/>
            <p:nvPr/>
          </p:nvGrpSpPr>
          <p:grpSpPr>
            <a:xfrm>
              <a:off x="1899072" y="4839761"/>
              <a:ext cx="166791" cy="302717"/>
              <a:chOff x="3816307" y="2352225"/>
              <a:chExt cx="1213027" cy="2199982"/>
            </a:xfrm>
          </p:grpSpPr>
          <p:sp>
            <p:nvSpPr>
              <p:cNvPr id="967" name="Google Shape;967;g3a546d5887e_5_94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8" name="Google Shape;968;g3a546d5887e_5_94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69" name="Google Shape;969;g3a546d5887e_5_94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970" name="Google Shape;970;g3a546d5887e_5_947"/>
          <p:cNvGrpSpPr/>
          <p:nvPr/>
        </p:nvGrpSpPr>
        <p:grpSpPr>
          <a:xfrm>
            <a:off x="841422" y="6884672"/>
            <a:ext cx="599451" cy="741040"/>
            <a:chOff x="8243489" y="4050570"/>
            <a:chExt cx="374657" cy="463150"/>
          </a:xfrm>
        </p:grpSpPr>
        <p:sp>
          <p:nvSpPr>
            <p:cNvPr id="971" name="Google Shape;971;g3a546d5887e_5_947"/>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2" name="Google Shape;972;g3a546d5887e_5_947"/>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973" name="Google Shape;973;g3a546d5887e_5_947"/>
          <p:cNvGrpSpPr/>
          <p:nvPr/>
        </p:nvGrpSpPr>
        <p:grpSpPr>
          <a:xfrm flipH="1" rot="5400000">
            <a:off x="-4819551" y="-2407553"/>
            <a:ext cx="10212700" cy="2597679"/>
            <a:chOff x="713181" y="3935229"/>
            <a:chExt cx="6382937" cy="1623549"/>
          </a:xfrm>
        </p:grpSpPr>
        <p:sp>
          <p:nvSpPr>
            <p:cNvPr id="974" name="Google Shape;974;g3a546d5887e_5_947"/>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975" name="Google Shape;975;g3a546d5887e_5_947"/>
            <p:cNvGrpSpPr/>
            <p:nvPr/>
          </p:nvGrpSpPr>
          <p:grpSpPr>
            <a:xfrm flipH="1" rot="5400000">
              <a:off x="3392072" y="1847513"/>
              <a:ext cx="1257637" cy="5799003"/>
              <a:chOff x="3563222" y="101822"/>
              <a:chExt cx="1212180" cy="5125964"/>
            </a:xfrm>
          </p:grpSpPr>
          <p:sp>
            <p:nvSpPr>
              <p:cNvPr id="976" name="Google Shape;976;g3a546d5887e_5_947"/>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7" name="Google Shape;977;g3a546d5887e_5_947"/>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8" name="Google Shape;978;g3a546d5887e_5_947"/>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79" name="Google Shape;979;g3a546d5887e_5_947"/>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0" name="Google Shape;980;g3a546d5887e_5_947"/>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1" name="Google Shape;981;g3a546d5887e_5_947"/>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2" name="Google Shape;982;g3a546d5887e_5_947"/>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3" name="Google Shape;983;g3a546d5887e_5_947"/>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4" name="Google Shape;984;g3a546d5887e_5_947"/>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5" name="Google Shape;985;g3a546d5887e_5_947"/>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6" name="Google Shape;986;g3a546d5887e_5_947"/>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7" name="Google Shape;987;g3a546d5887e_5_947"/>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8" name="Google Shape;988;g3a546d5887e_5_947"/>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89" name="Google Shape;989;g3a546d5887e_5_947"/>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0" name="Google Shape;990;g3a546d5887e_5_947"/>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1" name="Google Shape;991;g3a546d5887e_5_947"/>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2" name="Google Shape;992;g3a546d5887e_5_947"/>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3" name="Google Shape;993;g3a546d5887e_5_947"/>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4" name="Google Shape;994;g3a546d5887e_5_947"/>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5" name="Google Shape;995;g3a546d5887e_5_947"/>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6" name="Google Shape;996;g3a546d5887e_5_947"/>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7" name="Google Shape;997;g3a546d5887e_5_947"/>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8" name="Google Shape;998;g3a546d5887e_5_947"/>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999" name="Google Shape;999;g3a546d5887e_5_947"/>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0" name="Google Shape;1000;g3a546d5887e_5_947"/>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1" name="Google Shape;1001;g3a546d5887e_5_947"/>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2" name="Google Shape;1002;g3a546d5887e_5_947"/>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3" name="Google Shape;1003;g3a546d5887e_5_947"/>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4" name="Google Shape;1004;g3a546d5887e_5_947"/>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5" name="Google Shape;1005;g3a546d5887e_5_947"/>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6" name="Google Shape;1006;g3a546d5887e_5_947"/>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7" name="Google Shape;1007;g3a546d5887e_5_947"/>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8" name="Google Shape;1008;g3a546d5887e_5_947"/>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09" name="Google Shape;1009;g3a546d5887e_5_947"/>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0" name="Google Shape;1010;g3a546d5887e_5_947"/>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1" name="Google Shape;1011;g3a546d5887e_5_947"/>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2" name="Google Shape;1012;g3a546d5887e_5_947"/>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3" name="Google Shape;1013;g3a546d5887e_5_947"/>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4" name="Google Shape;1014;g3a546d5887e_5_947"/>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5" name="Google Shape;1015;g3a546d5887e_5_947"/>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6" name="Google Shape;1016;g3a546d5887e_5_947"/>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7" name="Google Shape;1017;g3a546d5887e_5_947"/>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8" name="Google Shape;1018;g3a546d5887e_5_947"/>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19" name="Google Shape;1019;g3a546d5887e_5_947"/>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0" name="Google Shape;1020;g3a546d5887e_5_947"/>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1" name="Google Shape;1021;g3a546d5887e_5_947"/>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2" name="Google Shape;1022;g3a546d5887e_5_947"/>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3" name="Google Shape;1023;g3a546d5887e_5_947"/>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4" name="Google Shape;1024;g3a546d5887e_5_947"/>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5" name="Google Shape;1025;g3a546d5887e_5_947"/>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6" name="Google Shape;1026;g3a546d5887e_5_947"/>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7" name="Google Shape;1027;g3a546d5887e_5_947"/>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8" name="Google Shape;1028;g3a546d5887e_5_947"/>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29" name="Google Shape;1029;g3a546d5887e_5_947"/>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0" name="Google Shape;1030;g3a546d5887e_5_947"/>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1" name="Google Shape;1031;g3a546d5887e_5_947"/>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2" name="Google Shape;1032;g3a546d5887e_5_947"/>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3" name="Google Shape;1033;g3a546d5887e_5_947"/>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4" name="Google Shape;1034;g3a546d5887e_5_947"/>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5" name="Google Shape;1035;g3a546d5887e_5_947"/>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6" name="Google Shape;1036;g3a546d5887e_5_947"/>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7" name="Google Shape;1037;g3a546d5887e_5_947"/>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8" name="Google Shape;1038;g3a546d5887e_5_947"/>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39" name="Google Shape;1039;g3a546d5887e_5_947"/>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0" name="Google Shape;1040;g3a546d5887e_5_947"/>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1" name="Google Shape;1041;g3a546d5887e_5_947"/>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2" name="Google Shape;1042;g3a546d5887e_5_947"/>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3" name="Google Shape;1043;g3a546d5887e_5_947"/>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4" name="Google Shape;1044;g3a546d5887e_5_947"/>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5" name="Google Shape;1045;g3a546d5887e_5_947"/>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6" name="Google Shape;1046;g3a546d5887e_5_947"/>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7" name="Google Shape;1047;g3a546d5887e_5_947"/>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8" name="Google Shape;1048;g3a546d5887e_5_947"/>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49" name="Google Shape;1049;g3a546d5887e_5_947"/>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0" name="Google Shape;1050;g3a546d5887e_5_947"/>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1" name="Google Shape;1051;g3a546d5887e_5_947"/>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2" name="Google Shape;1052;g3a546d5887e_5_947"/>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3" name="Google Shape;1053;g3a546d5887e_5_947"/>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4" name="Google Shape;1054;g3a546d5887e_5_947"/>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5" name="Google Shape;1055;g3a546d5887e_5_947"/>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6" name="Google Shape;1056;g3a546d5887e_5_947"/>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7" name="Google Shape;1057;g3a546d5887e_5_947"/>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8" name="Google Shape;1058;g3a546d5887e_5_947"/>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59" name="Google Shape;1059;g3a546d5887e_5_947"/>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060" name="Google Shape;1060;g3a546d5887e_5_94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61" name="Shape 1061"/>
        <p:cNvGrpSpPr/>
        <p:nvPr/>
      </p:nvGrpSpPr>
      <p:grpSpPr>
        <a:xfrm>
          <a:off x="0" y="0"/>
          <a:ext cx="0" cy="0"/>
          <a:chOff x="0" y="0"/>
          <a:chExt cx="0" cy="0"/>
        </a:xfrm>
      </p:grpSpPr>
      <p:sp>
        <p:nvSpPr>
          <p:cNvPr id="1062" name="Google Shape;1062;g3a546d5887e_5_1210"/>
          <p:cNvSpPr/>
          <p:nvPr/>
        </p:nvSpPr>
        <p:spPr>
          <a:xfrm>
            <a:off x="7466400" y="6239000"/>
            <a:ext cx="7164000" cy="71640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063" name="Google Shape;1063;g3a546d5887e_5_1210"/>
          <p:cNvGrpSpPr/>
          <p:nvPr/>
        </p:nvGrpSpPr>
        <p:grpSpPr>
          <a:xfrm>
            <a:off x="-4640172" y="5271271"/>
            <a:ext cx="22157030" cy="2747559"/>
            <a:chOff x="3225200" y="1878300"/>
            <a:chExt cx="5251850" cy="651250"/>
          </a:xfrm>
        </p:grpSpPr>
        <p:sp>
          <p:nvSpPr>
            <p:cNvPr id="1064" name="Google Shape;1064;g3a546d5887e_5_1210"/>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5" name="Google Shape;1065;g3a546d5887e_5_1210"/>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6" name="Google Shape;1066;g3a546d5887e_5_1210"/>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7" name="Google Shape;1067;g3a546d5887e_5_1210"/>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8" name="Google Shape;1068;g3a546d5887e_5_1210"/>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69" name="Google Shape;1069;g3a546d5887e_5_1210"/>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0" name="Google Shape;1070;g3a546d5887e_5_1210"/>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1" name="Google Shape;1071;g3a546d5887e_5_1210"/>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2" name="Google Shape;1072;g3a546d5887e_5_1210"/>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3" name="Google Shape;1073;g3a546d5887e_5_1210"/>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4" name="Google Shape;1074;g3a546d5887e_5_1210"/>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5" name="Google Shape;1075;g3a546d5887e_5_1210"/>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6" name="Google Shape;1076;g3a546d5887e_5_1210"/>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7" name="Google Shape;1077;g3a546d5887e_5_1210"/>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8" name="Google Shape;1078;g3a546d5887e_5_1210"/>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79" name="Google Shape;1079;g3a546d5887e_5_1210"/>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0" name="Google Shape;1080;g3a546d5887e_5_1210"/>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1" name="Google Shape;1081;g3a546d5887e_5_1210"/>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2" name="Google Shape;1082;g3a546d5887e_5_1210"/>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3" name="Google Shape;1083;g3a546d5887e_5_1210"/>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4" name="Google Shape;1084;g3a546d5887e_5_1210"/>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5" name="Google Shape;1085;g3a546d5887e_5_1210"/>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6" name="Google Shape;1086;g3a546d5887e_5_1210"/>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7" name="Google Shape;1087;g3a546d5887e_5_1210"/>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8" name="Google Shape;1088;g3a546d5887e_5_1210"/>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89" name="Google Shape;1089;g3a546d5887e_5_1210"/>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0" name="Google Shape;1090;g3a546d5887e_5_1210"/>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1" name="Google Shape;1091;g3a546d5887e_5_1210"/>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2" name="Google Shape;1092;g3a546d5887e_5_1210"/>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3" name="Google Shape;1093;g3a546d5887e_5_1210"/>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4" name="Google Shape;1094;g3a546d5887e_5_1210"/>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5" name="Google Shape;1095;g3a546d5887e_5_1210"/>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6" name="Google Shape;1096;g3a546d5887e_5_1210"/>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7" name="Google Shape;1097;g3a546d5887e_5_1210"/>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8" name="Google Shape;1098;g3a546d5887e_5_1210"/>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099" name="Google Shape;1099;g3a546d5887e_5_1210"/>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0" name="Google Shape;1100;g3a546d5887e_5_1210"/>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1" name="Google Shape;1101;g3a546d5887e_5_1210"/>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2" name="Google Shape;1102;g3a546d5887e_5_1210"/>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3" name="Google Shape;1103;g3a546d5887e_5_1210"/>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4" name="Google Shape;1104;g3a546d5887e_5_1210"/>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5" name="Google Shape;1105;g3a546d5887e_5_1210"/>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6" name="Google Shape;1106;g3a546d5887e_5_1210"/>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7" name="Google Shape;1107;g3a546d5887e_5_1210"/>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8" name="Google Shape;1108;g3a546d5887e_5_1210"/>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09" name="Google Shape;1109;g3a546d5887e_5_1210"/>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0" name="Google Shape;1110;g3a546d5887e_5_1210"/>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1" name="Google Shape;1111;g3a546d5887e_5_1210"/>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2" name="Google Shape;1112;g3a546d5887e_5_1210"/>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3" name="Google Shape;1113;g3a546d5887e_5_1210"/>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4" name="Google Shape;1114;g3a546d5887e_5_1210"/>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5" name="Google Shape;1115;g3a546d5887e_5_1210"/>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6" name="Google Shape;1116;g3a546d5887e_5_1210"/>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7" name="Google Shape;1117;g3a546d5887e_5_1210"/>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8" name="Google Shape;1118;g3a546d5887e_5_1210"/>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19" name="Google Shape;1119;g3a546d5887e_5_1210"/>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0" name="Google Shape;1120;g3a546d5887e_5_1210"/>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1" name="Google Shape;1121;g3a546d5887e_5_1210"/>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2" name="Google Shape;1122;g3a546d5887e_5_1210"/>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3" name="Google Shape;1123;g3a546d5887e_5_1210"/>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4" name="Google Shape;1124;g3a546d5887e_5_1210"/>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5" name="Google Shape;1125;g3a546d5887e_5_1210"/>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6" name="Google Shape;1126;g3a546d5887e_5_1210"/>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7" name="Google Shape;1127;g3a546d5887e_5_1210"/>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8" name="Google Shape;1128;g3a546d5887e_5_1210"/>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29" name="Google Shape;1129;g3a546d5887e_5_1210"/>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0" name="Google Shape;1130;g3a546d5887e_5_1210"/>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1" name="Google Shape;1131;g3a546d5887e_5_1210"/>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2" name="Google Shape;1132;g3a546d5887e_5_1210"/>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3" name="Google Shape;1133;g3a546d5887e_5_1210"/>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4" name="Google Shape;1134;g3a546d5887e_5_1210"/>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5" name="Google Shape;1135;g3a546d5887e_5_1210"/>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6" name="Google Shape;1136;g3a546d5887e_5_1210"/>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7" name="Google Shape;1137;g3a546d5887e_5_1210"/>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8" name="Google Shape;1138;g3a546d5887e_5_1210"/>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39" name="Google Shape;1139;g3a546d5887e_5_1210"/>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0" name="Google Shape;1140;g3a546d5887e_5_1210"/>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1" name="Google Shape;1141;g3a546d5887e_5_1210"/>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2" name="Google Shape;1142;g3a546d5887e_5_1210"/>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3" name="Google Shape;1143;g3a546d5887e_5_1210"/>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4" name="Google Shape;1144;g3a546d5887e_5_1210"/>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5" name="Google Shape;1145;g3a546d5887e_5_1210"/>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6" name="Google Shape;1146;g3a546d5887e_5_1210"/>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7" name="Google Shape;1147;g3a546d5887e_5_1210"/>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8" name="Google Shape;1148;g3a546d5887e_5_1210"/>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49" name="Google Shape;1149;g3a546d5887e_5_1210"/>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0" name="Google Shape;1150;g3a546d5887e_5_1210"/>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1" name="Google Shape;1151;g3a546d5887e_5_1210"/>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2" name="Google Shape;1152;g3a546d5887e_5_1210"/>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3" name="Google Shape;1153;g3a546d5887e_5_1210"/>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4" name="Google Shape;1154;g3a546d5887e_5_1210"/>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5" name="Google Shape;1155;g3a546d5887e_5_1210"/>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6" name="Google Shape;1156;g3a546d5887e_5_1210"/>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7" name="Google Shape;1157;g3a546d5887e_5_1210"/>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8" name="Google Shape;1158;g3a546d5887e_5_1210"/>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59" name="Google Shape;1159;g3a546d5887e_5_1210"/>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0" name="Google Shape;1160;g3a546d5887e_5_1210"/>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1" name="Google Shape;1161;g3a546d5887e_5_1210"/>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2" name="Google Shape;1162;g3a546d5887e_5_1210"/>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3" name="Google Shape;1163;g3a546d5887e_5_1210"/>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4" name="Google Shape;1164;g3a546d5887e_5_1210"/>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5" name="Google Shape;1165;g3a546d5887e_5_1210"/>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6" name="Google Shape;1166;g3a546d5887e_5_1210"/>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7" name="Google Shape;1167;g3a546d5887e_5_1210"/>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8" name="Google Shape;1168;g3a546d5887e_5_1210"/>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69" name="Google Shape;1169;g3a546d5887e_5_1210"/>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0" name="Google Shape;1170;g3a546d5887e_5_1210"/>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1" name="Google Shape;1171;g3a546d5887e_5_1210"/>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2" name="Google Shape;1172;g3a546d5887e_5_1210"/>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3" name="Google Shape;1173;g3a546d5887e_5_1210"/>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4" name="Google Shape;1174;g3a546d5887e_5_1210"/>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5" name="Google Shape;1175;g3a546d5887e_5_1210"/>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6" name="Google Shape;1176;g3a546d5887e_5_1210"/>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7" name="Google Shape;1177;g3a546d5887e_5_1210"/>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8" name="Google Shape;1178;g3a546d5887e_5_1210"/>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79" name="Google Shape;1179;g3a546d5887e_5_1210"/>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0" name="Google Shape;1180;g3a546d5887e_5_1210"/>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1" name="Google Shape;1181;g3a546d5887e_5_1210"/>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2" name="Google Shape;1182;g3a546d5887e_5_1210"/>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3" name="Google Shape;1183;g3a546d5887e_5_1210"/>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4" name="Google Shape;1184;g3a546d5887e_5_1210"/>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5" name="Google Shape;1185;g3a546d5887e_5_1210"/>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6" name="Google Shape;1186;g3a546d5887e_5_1210"/>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7" name="Google Shape;1187;g3a546d5887e_5_1210"/>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8" name="Google Shape;1188;g3a546d5887e_5_1210"/>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89" name="Google Shape;1189;g3a546d5887e_5_1210"/>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0" name="Google Shape;1190;g3a546d5887e_5_1210"/>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1" name="Google Shape;1191;g3a546d5887e_5_1210"/>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2" name="Google Shape;1192;g3a546d5887e_5_1210"/>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3" name="Google Shape;1193;g3a546d5887e_5_1210"/>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4" name="Google Shape;1194;g3a546d5887e_5_1210"/>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5" name="Google Shape;1195;g3a546d5887e_5_1210"/>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6" name="Google Shape;1196;g3a546d5887e_5_1210"/>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7" name="Google Shape;1197;g3a546d5887e_5_1210"/>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8" name="Google Shape;1198;g3a546d5887e_5_1210"/>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199" name="Google Shape;1199;g3a546d5887e_5_1210"/>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0" name="Google Shape;1200;g3a546d5887e_5_1210"/>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1" name="Google Shape;1201;g3a546d5887e_5_1210"/>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2" name="Google Shape;1202;g3a546d5887e_5_1210"/>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3" name="Google Shape;1203;g3a546d5887e_5_1210"/>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4" name="Google Shape;1204;g3a546d5887e_5_1210"/>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5" name="Google Shape;1205;g3a546d5887e_5_1210"/>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6" name="Google Shape;1206;g3a546d5887e_5_1210"/>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7" name="Google Shape;1207;g3a546d5887e_5_1210"/>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8" name="Google Shape;1208;g3a546d5887e_5_1210"/>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09" name="Google Shape;1209;g3a546d5887e_5_1210"/>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0" name="Google Shape;1210;g3a546d5887e_5_1210"/>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1" name="Google Shape;1211;g3a546d5887e_5_1210"/>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12" name="Google Shape;1212;g3a546d5887e_5_1210"/>
          <p:cNvGrpSpPr/>
          <p:nvPr/>
        </p:nvGrpSpPr>
        <p:grpSpPr>
          <a:xfrm>
            <a:off x="4087362" y="6357899"/>
            <a:ext cx="1200058" cy="1008709"/>
            <a:chOff x="1507450" y="3919292"/>
            <a:chExt cx="953486" cy="801453"/>
          </a:xfrm>
        </p:grpSpPr>
        <p:grpSp>
          <p:nvGrpSpPr>
            <p:cNvPr id="1213" name="Google Shape;1213;g3a546d5887e_5_1210"/>
            <p:cNvGrpSpPr/>
            <p:nvPr/>
          </p:nvGrpSpPr>
          <p:grpSpPr>
            <a:xfrm>
              <a:off x="1806987" y="3919292"/>
              <a:ext cx="441906" cy="801453"/>
              <a:chOff x="3816307" y="2352225"/>
              <a:chExt cx="1213027" cy="2199982"/>
            </a:xfrm>
          </p:grpSpPr>
          <p:sp>
            <p:nvSpPr>
              <p:cNvPr id="1214" name="Google Shape;1214;g3a546d5887e_5_12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5" name="Google Shape;1215;g3a546d5887e_5_12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6" name="Google Shape;1216;g3a546d5887e_5_12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17" name="Google Shape;1217;g3a546d5887e_5_1210"/>
            <p:cNvGrpSpPr/>
            <p:nvPr/>
          </p:nvGrpSpPr>
          <p:grpSpPr>
            <a:xfrm>
              <a:off x="2248899" y="4334549"/>
              <a:ext cx="212037" cy="384777"/>
              <a:chOff x="3816307" y="2352225"/>
              <a:chExt cx="1213027" cy="2199982"/>
            </a:xfrm>
          </p:grpSpPr>
          <p:sp>
            <p:nvSpPr>
              <p:cNvPr id="1218" name="Google Shape;1218;g3a546d5887e_5_12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19" name="Google Shape;1219;g3a546d5887e_5_12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0" name="Google Shape;1220;g3a546d5887e_5_12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221" name="Google Shape;1221;g3a546d5887e_5_1210"/>
            <p:cNvGrpSpPr/>
            <p:nvPr/>
          </p:nvGrpSpPr>
          <p:grpSpPr>
            <a:xfrm>
              <a:off x="1507450" y="4205080"/>
              <a:ext cx="212025" cy="514245"/>
              <a:chOff x="3816313" y="1611982"/>
              <a:chExt cx="1212958" cy="2940225"/>
            </a:xfrm>
          </p:grpSpPr>
          <p:sp>
            <p:nvSpPr>
              <p:cNvPr id="1222" name="Google Shape;1222;g3a546d5887e_5_1210"/>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3" name="Google Shape;1223;g3a546d5887e_5_1210"/>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4" name="Google Shape;1224;g3a546d5887e_5_1210"/>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225" name="Google Shape;1225;g3a546d5887e_5_1210"/>
          <p:cNvGrpSpPr/>
          <p:nvPr/>
        </p:nvGrpSpPr>
        <p:grpSpPr>
          <a:xfrm>
            <a:off x="13489284" y="-4197292"/>
            <a:ext cx="6787617" cy="10818628"/>
            <a:chOff x="1336575" y="1389950"/>
            <a:chExt cx="1583450" cy="2523825"/>
          </a:xfrm>
        </p:grpSpPr>
        <p:sp>
          <p:nvSpPr>
            <p:cNvPr id="1226" name="Google Shape;1226;g3a546d5887e_5_1210"/>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7" name="Google Shape;1227;g3a546d5887e_5_1210"/>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8" name="Google Shape;1228;g3a546d5887e_5_1210"/>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29" name="Google Shape;1229;g3a546d5887e_5_1210"/>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0" name="Google Shape;1230;g3a546d5887e_5_1210"/>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1" name="Google Shape;1231;g3a546d5887e_5_1210"/>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2" name="Google Shape;1232;g3a546d5887e_5_1210"/>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3" name="Google Shape;1233;g3a546d5887e_5_1210"/>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4" name="Google Shape;1234;g3a546d5887e_5_1210"/>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5" name="Google Shape;1235;g3a546d5887e_5_1210"/>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6" name="Google Shape;1236;g3a546d5887e_5_1210"/>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7" name="Google Shape;1237;g3a546d5887e_5_1210"/>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8" name="Google Shape;1238;g3a546d5887e_5_1210"/>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39" name="Google Shape;1239;g3a546d5887e_5_1210"/>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0" name="Google Shape;1240;g3a546d5887e_5_1210"/>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1" name="Google Shape;1241;g3a546d5887e_5_1210"/>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2" name="Google Shape;1242;g3a546d5887e_5_1210"/>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3" name="Google Shape;1243;g3a546d5887e_5_1210"/>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4" name="Google Shape;1244;g3a546d5887e_5_1210"/>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5" name="Google Shape;1245;g3a546d5887e_5_1210"/>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6" name="Google Shape;1246;g3a546d5887e_5_1210"/>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7" name="Google Shape;1247;g3a546d5887e_5_1210"/>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8" name="Google Shape;1248;g3a546d5887e_5_1210"/>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49" name="Google Shape;1249;g3a546d5887e_5_1210"/>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0" name="Google Shape;1250;g3a546d5887e_5_1210"/>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1" name="Google Shape;1251;g3a546d5887e_5_1210"/>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2" name="Google Shape;1252;g3a546d5887e_5_1210"/>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3" name="Google Shape;1253;g3a546d5887e_5_1210"/>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4" name="Google Shape;1254;g3a546d5887e_5_1210"/>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5" name="Google Shape;1255;g3a546d5887e_5_1210"/>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6" name="Google Shape;1256;g3a546d5887e_5_1210"/>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7" name="Google Shape;1257;g3a546d5887e_5_1210"/>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8" name="Google Shape;1258;g3a546d5887e_5_1210"/>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59" name="Google Shape;1259;g3a546d5887e_5_1210"/>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0" name="Google Shape;1260;g3a546d5887e_5_1210"/>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1" name="Google Shape;1261;g3a546d5887e_5_1210"/>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2" name="Google Shape;1262;g3a546d5887e_5_1210"/>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63" name="Google Shape;1263;g3a546d5887e_5_1210"/>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264" name="Google Shape;1264;g3a546d5887e_5_1210"/>
          <p:cNvSpPr txBox="1"/>
          <p:nvPr>
            <p:ph type="title"/>
          </p:nvPr>
        </p:nvSpPr>
        <p:spPr>
          <a:xfrm>
            <a:off x="1116130" y="3390643"/>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5" name="Google Shape;1265;g3a546d5887e_5_1210"/>
          <p:cNvSpPr txBox="1"/>
          <p:nvPr>
            <p:ph idx="1" type="subTitle"/>
          </p:nvPr>
        </p:nvSpPr>
        <p:spPr>
          <a:xfrm>
            <a:off x="1116150" y="4689963"/>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66" name="Google Shape;1266;g3a546d5887e_5_1210"/>
          <p:cNvSpPr txBox="1"/>
          <p:nvPr>
            <p:ph idx="2" type="title"/>
          </p:nvPr>
        </p:nvSpPr>
        <p:spPr>
          <a:xfrm>
            <a:off x="4446470" y="863200"/>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7" name="Google Shape;1267;g3a546d5887e_5_1210"/>
          <p:cNvSpPr txBox="1"/>
          <p:nvPr>
            <p:ph idx="3" type="subTitle"/>
          </p:nvPr>
        </p:nvSpPr>
        <p:spPr>
          <a:xfrm>
            <a:off x="4446490" y="2162530"/>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68" name="Google Shape;1268;g3a546d5887e_5_1210"/>
          <p:cNvSpPr txBox="1"/>
          <p:nvPr>
            <p:ph idx="4" type="title"/>
          </p:nvPr>
        </p:nvSpPr>
        <p:spPr>
          <a:xfrm>
            <a:off x="7776810" y="3390643"/>
            <a:ext cx="5737500" cy="12303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Clr>
                <a:schemeClr val="lt1"/>
              </a:buClr>
              <a:buSzPts val="9600"/>
              <a:buNone/>
              <a:defRPr sz="6400">
                <a:solidFill>
                  <a:schemeClr val="accent1"/>
                </a:solidFill>
              </a:defRPr>
            </a:lvl1pPr>
            <a:lvl2pPr lvl="1" algn="ctr">
              <a:lnSpc>
                <a:spcPct val="100000"/>
              </a:lnSpc>
              <a:spcBef>
                <a:spcPts val="0"/>
              </a:spcBef>
              <a:spcAft>
                <a:spcPts val="0"/>
              </a:spcAft>
              <a:buClr>
                <a:schemeClr val="lt1"/>
              </a:buClr>
              <a:buSzPts val="9600"/>
              <a:buNone/>
              <a:defRPr sz="9600">
                <a:solidFill>
                  <a:schemeClr val="lt1"/>
                </a:solidFill>
              </a:defRPr>
            </a:lvl2pPr>
            <a:lvl3pPr lvl="2" algn="ctr">
              <a:lnSpc>
                <a:spcPct val="100000"/>
              </a:lnSpc>
              <a:spcBef>
                <a:spcPts val="0"/>
              </a:spcBef>
              <a:spcAft>
                <a:spcPts val="0"/>
              </a:spcAft>
              <a:buClr>
                <a:schemeClr val="lt1"/>
              </a:buClr>
              <a:buSzPts val="9600"/>
              <a:buNone/>
              <a:defRPr sz="9600">
                <a:solidFill>
                  <a:schemeClr val="lt1"/>
                </a:solidFill>
              </a:defRPr>
            </a:lvl3pPr>
            <a:lvl4pPr lvl="3" algn="ctr">
              <a:lnSpc>
                <a:spcPct val="100000"/>
              </a:lnSpc>
              <a:spcBef>
                <a:spcPts val="0"/>
              </a:spcBef>
              <a:spcAft>
                <a:spcPts val="0"/>
              </a:spcAft>
              <a:buClr>
                <a:schemeClr val="lt1"/>
              </a:buClr>
              <a:buSzPts val="9600"/>
              <a:buNone/>
              <a:defRPr sz="9600">
                <a:solidFill>
                  <a:schemeClr val="lt1"/>
                </a:solidFill>
              </a:defRPr>
            </a:lvl4pPr>
            <a:lvl5pPr lvl="4" algn="ctr">
              <a:lnSpc>
                <a:spcPct val="100000"/>
              </a:lnSpc>
              <a:spcBef>
                <a:spcPts val="0"/>
              </a:spcBef>
              <a:spcAft>
                <a:spcPts val="0"/>
              </a:spcAft>
              <a:buClr>
                <a:schemeClr val="lt1"/>
              </a:buClr>
              <a:buSzPts val="9600"/>
              <a:buNone/>
              <a:defRPr sz="9600">
                <a:solidFill>
                  <a:schemeClr val="lt1"/>
                </a:solidFill>
              </a:defRPr>
            </a:lvl5pPr>
            <a:lvl6pPr lvl="5" algn="ctr">
              <a:lnSpc>
                <a:spcPct val="100000"/>
              </a:lnSpc>
              <a:spcBef>
                <a:spcPts val="0"/>
              </a:spcBef>
              <a:spcAft>
                <a:spcPts val="0"/>
              </a:spcAft>
              <a:buClr>
                <a:schemeClr val="lt1"/>
              </a:buClr>
              <a:buSzPts val="9600"/>
              <a:buNone/>
              <a:defRPr sz="9600">
                <a:solidFill>
                  <a:schemeClr val="lt1"/>
                </a:solidFill>
              </a:defRPr>
            </a:lvl6pPr>
            <a:lvl7pPr lvl="6" algn="ctr">
              <a:lnSpc>
                <a:spcPct val="100000"/>
              </a:lnSpc>
              <a:spcBef>
                <a:spcPts val="0"/>
              </a:spcBef>
              <a:spcAft>
                <a:spcPts val="0"/>
              </a:spcAft>
              <a:buClr>
                <a:schemeClr val="lt1"/>
              </a:buClr>
              <a:buSzPts val="9600"/>
              <a:buNone/>
              <a:defRPr sz="9600">
                <a:solidFill>
                  <a:schemeClr val="lt1"/>
                </a:solidFill>
              </a:defRPr>
            </a:lvl7pPr>
            <a:lvl8pPr lvl="7" algn="ctr">
              <a:lnSpc>
                <a:spcPct val="100000"/>
              </a:lnSpc>
              <a:spcBef>
                <a:spcPts val="0"/>
              </a:spcBef>
              <a:spcAft>
                <a:spcPts val="0"/>
              </a:spcAft>
              <a:buClr>
                <a:schemeClr val="lt1"/>
              </a:buClr>
              <a:buSzPts val="9600"/>
              <a:buNone/>
              <a:defRPr sz="9600">
                <a:solidFill>
                  <a:schemeClr val="lt1"/>
                </a:solidFill>
              </a:defRPr>
            </a:lvl8pPr>
            <a:lvl9pPr lvl="8" algn="ctr">
              <a:lnSpc>
                <a:spcPct val="100000"/>
              </a:lnSpc>
              <a:spcBef>
                <a:spcPts val="0"/>
              </a:spcBef>
              <a:spcAft>
                <a:spcPts val="0"/>
              </a:spcAft>
              <a:buClr>
                <a:schemeClr val="lt1"/>
              </a:buClr>
              <a:buSzPts val="9600"/>
              <a:buNone/>
              <a:defRPr sz="9600">
                <a:solidFill>
                  <a:schemeClr val="lt1"/>
                </a:solidFill>
              </a:defRPr>
            </a:lvl9pPr>
          </a:lstStyle>
          <a:p/>
        </p:txBody>
      </p:sp>
      <p:sp>
        <p:nvSpPr>
          <p:cNvPr id="1269" name="Google Shape;1269;g3a546d5887e_5_1210"/>
          <p:cNvSpPr txBox="1"/>
          <p:nvPr>
            <p:ph idx="5" type="subTitle"/>
          </p:nvPr>
        </p:nvSpPr>
        <p:spPr>
          <a:xfrm>
            <a:off x="7776830" y="4689963"/>
            <a:ext cx="5737500" cy="584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Clr>
                <a:schemeClr val="dk1"/>
              </a:buClr>
              <a:buSzPts val="1900"/>
              <a:buFont typeface="PT Sans"/>
              <a:buNone/>
              <a:defRPr sz="2400">
                <a:solidFill>
                  <a:schemeClr val="dk1"/>
                </a:solidFill>
              </a:defRPr>
            </a:lvl1pPr>
            <a:lvl2pPr lvl="1" algn="ctr">
              <a:lnSpc>
                <a:spcPct val="100000"/>
              </a:lnSpc>
              <a:spcBef>
                <a:spcPts val="0"/>
              </a:spcBef>
              <a:spcAft>
                <a:spcPts val="0"/>
              </a:spcAft>
              <a:buClr>
                <a:schemeClr val="dk1"/>
              </a:buClr>
              <a:buSzPts val="1900"/>
              <a:buNone/>
              <a:defRPr>
                <a:solidFill>
                  <a:schemeClr val="dk1"/>
                </a:solidFill>
              </a:defRPr>
            </a:lvl2pPr>
            <a:lvl3pPr lvl="2" algn="ctr">
              <a:lnSpc>
                <a:spcPct val="100000"/>
              </a:lnSpc>
              <a:spcBef>
                <a:spcPts val="0"/>
              </a:spcBef>
              <a:spcAft>
                <a:spcPts val="0"/>
              </a:spcAft>
              <a:buClr>
                <a:schemeClr val="dk1"/>
              </a:buClr>
              <a:buSzPts val="1900"/>
              <a:buNone/>
              <a:defRPr>
                <a:solidFill>
                  <a:schemeClr val="dk1"/>
                </a:solidFill>
              </a:defRPr>
            </a:lvl3pPr>
            <a:lvl4pPr lvl="3"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900"/>
              <a:buFont typeface="PT Sans"/>
              <a:buNone/>
              <a:defRPr>
                <a:solidFill>
                  <a:schemeClr val="dk1"/>
                </a:solidFill>
                <a:latin typeface="PT Sans"/>
                <a:ea typeface="PT Sans"/>
                <a:cs typeface="PT Sans"/>
                <a:sym typeface="PT Sans"/>
              </a:defRPr>
            </a:lvl9pPr>
          </a:lstStyle>
          <a:p/>
        </p:txBody>
      </p:sp>
      <p:sp>
        <p:nvSpPr>
          <p:cNvPr id="1270" name="Google Shape;1270;g3a546d5887e_5_121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1" name="Shape 1271"/>
        <p:cNvGrpSpPr/>
        <p:nvPr/>
      </p:nvGrpSpPr>
      <p:grpSpPr>
        <a:xfrm>
          <a:off x="0" y="0"/>
          <a:ext cx="0" cy="0"/>
          <a:chOff x="0" y="0"/>
          <a:chExt cx="0" cy="0"/>
        </a:xfrm>
      </p:grpSpPr>
      <p:sp>
        <p:nvSpPr>
          <p:cNvPr id="1272" name="Google Shape;1272;g3a546d5887e_5_1419"/>
          <p:cNvSpPr txBox="1"/>
          <p:nvPr>
            <p:ph hasCustomPrompt="1" type="title"/>
          </p:nvPr>
        </p:nvSpPr>
        <p:spPr>
          <a:xfrm>
            <a:off x="4768120" y="2497480"/>
            <a:ext cx="8721000" cy="1543200"/>
          </a:xfrm>
          <a:prstGeom prst="rect">
            <a:avLst/>
          </a:prstGeom>
          <a:solidFill>
            <a:schemeClr val="accent5"/>
          </a:solidFill>
          <a:ln cap="flat" cmpd="sng" w="60950">
            <a:solidFill>
              <a:schemeClr val="accent5"/>
            </a:solidFill>
            <a:prstDash val="solid"/>
            <a:round/>
            <a:headEnd len="sm" w="sm" type="none"/>
            <a:tailEnd len="sm" w="sm" type="none"/>
          </a:ln>
        </p:spPr>
        <p:txBody>
          <a:bodyPr anchorCtr="0" anchor="b" bIns="146275" lIns="146275" spcFirstLastPara="1" rIns="146275" wrap="square" tIns="146275">
            <a:noAutofit/>
          </a:bodyPr>
          <a:lstStyle>
            <a:lvl1pPr lvl="0" algn="ctr">
              <a:lnSpc>
                <a:spcPct val="100000"/>
              </a:lnSpc>
              <a:spcBef>
                <a:spcPts val="0"/>
              </a:spcBef>
              <a:spcAft>
                <a:spcPts val="0"/>
              </a:spcAft>
              <a:buSzPts val="15400"/>
              <a:buNone/>
              <a:defRPr sz="8200">
                <a:solidFill>
                  <a:schemeClr val="accent1"/>
                </a:solidFill>
              </a:defRPr>
            </a:lvl1pPr>
            <a:lvl2pPr lvl="1" algn="ctr">
              <a:lnSpc>
                <a:spcPct val="100000"/>
              </a:lnSpc>
              <a:spcBef>
                <a:spcPts val="0"/>
              </a:spcBef>
              <a:spcAft>
                <a:spcPts val="0"/>
              </a:spcAft>
              <a:buSzPts val="15400"/>
              <a:buNone/>
              <a:defRPr sz="15400"/>
            </a:lvl2pPr>
            <a:lvl3pPr lvl="2" algn="ctr">
              <a:lnSpc>
                <a:spcPct val="100000"/>
              </a:lnSpc>
              <a:spcBef>
                <a:spcPts val="0"/>
              </a:spcBef>
              <a:spcAft>
                <a:spcPts val="0"/>
              </a:spcAft>
              <a:buSzPts val="15400"/>
              <a:buNone/>
              <a:defRPr sz="15400"/>
            </a:lvl3pPr>
            <a:lvl4pPr lvl="3" algn="ctr">
              <a:lnSpc>
                <a:spcPct val="100000"/>
              </a:lnSpc>
              <a:spcBef>
                <a:spcPts val="0"/>
              </a:spcBef>
              <a:spcAft>
                <a:spcPts val="0"/>
              </a:spcAft>
              <a:buSzPts val="15400"/>
              <a:buNone/>
              <a:defRPr sz="15400"/>
            </a:lvl4pPr>
            <a:lvl5pPr lvl="4" algn="ctr">
              <a:lnSpc>
                <a:spcPct val="100000"/>
              </a:lnSpc>
              <a:spcBef>
                <a:spcPts val="0"/>
              </a:spcBef>
              <a:spcAft>
                <a:spcPts val="0"/>
              </a:spcAft>
              <a:buSzPts val="15400"/>
              <a:buNone/>
              <a:defRPr sz="15400"/>
            </a:lvl5pPr>
            <a:lvl6pPr lvl="5" algn="ctr">
              <a:lnSpc>
                <a:spcPct val="100000"/>
              </a:lnSpc>
              <a:spcBef>
                <a:spcPts val="0"/>
              </a:spcBef>
              <a:spcAft>
                <a:spcPts val="0"/>
              </a:spcAft>
              <a:buSzPts val="15400"/>
              <a:buNone/>
              <a:defRPr sz="15400"/>
            </a:lvl6pPr>
            <a:lvl7pPr lvl="6" algn="ctr">
              <a:lnSpc>
                <a:spcPct val="100000"/>
              </a:lnSpc>
              <a:spcBef>
                <a:spcPts val="0"/>
              </a:spcBef>
              <a:spcAft>
                <a:spcPts val="0"/>
              </a:spcAft>
              <a:buSzPts val="15400"/>
              <a:buNone/>
              <a:defRPr sz="15400"/>
            </a:lvl7pPr>
            <a:lvl8pPr lvl="7" algn="ctr">
              <a:lnSpc>
                <a:spcPct val="100000"/>
              </a:lnSpc>
              <a:spcBef>
                <a:spcPts val="0"/>
              </a:spcBef>
              <a:spcAft>
                <a:spcPts val="0"/>
              </a:spcAft>
              <a:buSzPts val="15400"/>
              <a:buNone/>
              <a:defRPr sz="15400"/>
            </a:lvl8pPr>
            <a:lvl9pPr lvl="8" algn="ctr">
              <a:lnSpc>
                <a:spcPct val="100000"/>
              </a:lnSpc>
              <a:spcBef>
                <a:spcPts val="0"/>
              </a:spcBef>
              <a:spcAft>
                <a:spcPts val="0"/>
              </a:spcAft>
              <a:buSzPts val="15400"/>
              <a:buNone/>
              <a:defRPr sz="15400"/>
            </a:lvl9pPr>
          </a:lstStyle>
          <a:p>
            <a:r>
              <a:t>xx%</a:t>
            </a:r>
          </a:p>
        </p:txBody>
      </p:sp>
      <p:sp>
        <p:nvSpPr>
          <p:cNvPr id="1273" name="Google Shape;1273;g3a546d5887e_5_1419"/>
          <p:cNvSpPr txBox="1"/>
          <p:nvPr>
            <p:ph idx="1" type="subTitle"/>
          </p:nvPr>
        </p:nvSpPr>
        <p:spPr>
          <a:xfrm>
            <a:off x="4768120" y="4149160"/>
            <a:ext cx="8721000" cy="6714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2600"/>
              <a:buNone/>
              <a:defRPr sz="2400"/>
            </a:lvl1pPr>
            <a:lvl2pPr lvl="1" algn="ctr">
              <a:lnSpc>
                <a:spcPct val="100000"/>
              </a:lnSpc>
              <a:spcBef>
                <a:spcPts val="0"/>
              </a:spcBef>
              <a:spcAft>
                <a:spcPts val="0"/>
              </a:spcAft>
              <a:buSzPts val="2600"/>
              <a:buNone/>
              <a:defRPr sz="2600"/>
            </a:lvl2pPr>
            <a:lvl3pPr lvl="2" algn="ctr">
              <a:lnSpc>
                <a:spcPct val="100000"/>
              </a:lnSpc>
              <a:spcBef>
                <a:spcPts val="2600"/>
              </a:spcBef>
              <a:spcAft>
                <a:spcPts val="0"/>
              </a:spcAft>
              <a:buSzPts val="2600"/>
              <a:buNone/>
              <a:defRPr sz="2600"/>
            </a:lvl3pPr>
            <a:lvl4pPr lvl="3" algn="ctr">
              <a:lnSpc>
                <a:spcPct val="100000"/>
              </a:lnSpc>
              <a:spcBef>
                <a:spcPts val="2600"/>
              </a:spcBef>
              <a:spcAft>
                <a:spcPts val="0"/>
              </a:spcAft>
              <a:buSzPts val="2600"/>
              <a:buNone/>
              <a:defRPr sz="2600"/>
            </a:lvl4pPr>
            <a:lvl5pPr lvl="4" algn="ctr">
              <a:lnSpc>
                <a:spcPct val="100000"/>
              </a:lnSpc>
              <a:spcBef>
                <a:spcPts val="2600"/>
              </a:spcBef>
              <a:spcAft>
                <a:spcPts val="0"/>
              </a:spcAft>
              <a:buSzPts val="2600"/>
              <a:buNone/>
              <a:defRPr sz="2600"/>
            </a:lvl5pPr>
            <a:lvl6pPr lvl="5" algn="ctr">
              <a:lnSpc>
                <a:spcPct val="100000"/>
              </a:lnSpc>
              <a:spcBef>
                <a:spcPts val="2600"/>
              </a:spcBef>
              <a:spcAft>
                <a:spcPts val="0"/>
              </a:spcAft>
              <a:buSzPts val="2600"/>
              <a:buNone/>
              <a:defRPr sz="2600"/>
            </a:lvl6pPr>
            <a:lvl7pPr lvl="6" algn="ctr">
              <a:lnSpc>
                <a:spcPct val="100000"/>
              </a:lnSpc>
              <a:spcBef>
                <a:spcPts val="2600"/>
              </a:spcBef>
              <a:spcAft>
                <a:spcPts val="0"/>
              </a:spcAft>
              <a:buSzPts val="2600"/>
              <a:buNone/>
              <a:defRPr sz="2600"/>
            </a:lvl7pPr>
            <a:lvl8pPr lvl="7" algn="ctr">
              <a:lnSpc>
                <a:spcPct val="100000"/>
              </a:lnSpc>
              <a:spcBef>
                <a:spcPts val="2600"/>
              </a:spcBef>
              <a:spcAft>
                <a:spcPts val="0"/>
              </a:spcAft>
              <a:buSzPts val="2600"/>
              <a:buNone/>
              <a:defRPr sz="2600"/>
            </a:lvl8pPr>
            <a:lvl9pPr lvl="8" algn="ctr">
              <a:lnSpc>
                <a:spcPct val="100000"/>
              </a:lnSpc>
              <a:spcBef>
                <a:spcPts val="2600"/>
              </a:spcBef>
              <a:spcAft>
                <a:spcPts val="2600"/>
              </a:spcAft>
              <a:buSzPts val="2600"/>
              <a:buNone/>
              <a:defRPr sz="2600"/>
            </a:lvl9pPr>
          </a:lstStyle>
          <a:p/>
        </p:txBody>
      </p:sp>
      <p:sp>
        <p:nvSpPr>
          <p:cNvPr id="1274" name="Google Shape;1274;g3a546d5887e_5_141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275" name="Shape 1275"/>
        <p:cNvGrpSpPr/>
        <p:nvPr/>
      </p:nvGrpSpPr>
      <p:grpSpPr>
        <a:xfrm>
          <a:off x="0" y="0"/>
          <a:ext cx="0" cy="0"/>
          <a:chOff x="0" y="0"/>
          <a:chExt cx="0" cy="0"/>
        </a:xfrm>
      </p:grpSpPr>
      <p:grpSp>
        <p:nvGrpSpPr>
          <p:cNvPr id="1276" name="Google Shape;1276;g3a546d5887e_5_1422"/>
          <p:cNvGrpSpPr/>
          <p:nvPr/>
        </p:nvGrpSpPr>
        <p:grpSpPr>
          <a:xfrm rot="10800000">
            <a:off x="-5489047" y="-676261"/>
            <a:ext cx="6630222" cy="10567760"/>
            <a:chOff x="1336575" y="1389950"/>
            <a:chExt cx="1583450" cy="2523825"/>
          </a:xfrm>
        </p:grpSpPr>
        <p:sp>
          <p:nvSpPr>
            <p:cNvPr id="1277" name="Google Shape;1277;g3a546d5887e_5_1422"/>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8" name="Google Shape;1278;g3a546d5887e_5_1422"/>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79" name="Google Shape;1279;g3a546d5887e_5_1422"/>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0" name="Google Shape;1280;g3a546d5887e_5_1422"/>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1" name="Google Shape;1281;g3a546d5887e_5_1422"/>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2" name="Google Shape;1282;g3a546d5887e_5_1422"/>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3" name="Google Shape;1283;g3a546d5887e_5_1422"/>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4" name="Google Shape;1284;g3a546d5887e_5_1422"/>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5" name="Google Shape;1285;g3a546d5887e_5_1422"/>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6" name="Google Shape;1286;g3a546d5887e_5_1422"/>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7" name="Google Shape;1287;g3a546d5887e_5_1422"/>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8" name="Google Shape;1288;g3a546d5887e_5_1422"/>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89" name="Google Shape;1289;g3a546d5887e_5_1422"/>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0" name="Google Shape;1290;g3a546d5887e_5_1422"/>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1" name="Google Shape;1291;g3a546d5887e_5_1422"/>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2" name="Google Shape;1292;g3a546d5887e_5_1422"/>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3" name="Google Shape;1293;g3a546d5887e_5_1422"/>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4" name="Google Shape;1294;g3a546d5887e_5_1422"/>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5" name="Google Shape;1295;g3a546d5887e_5_1422"/>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6" name="Google Shape;1296;g3a546d5887e_5_1422"/>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7" name="Google Shape;1297;g3a546d5887e_5_1422"/>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8" name="Google Shape;1298;g3a546d5887e_5_1422"/>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299" name="Google Shape;1299;g3a546d5887e_5_1422"/>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0" name="Google Shape;1300;g3a546d5887e_5_1422"/>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1" name="Google Shape;1301;g3a546d5887e_5_1422"/>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2" name="Google Shape;1302;g3a546d5887e_5_1422"/>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3" name="Google Shape;1303;g3a546d5887e_5_1422"/>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4" name="Google Shape;1304;g3a546d5887e_5_1422"/>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5" name="Google Shape;1305;g3a546d5887e_5_1422"/>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6" name="Google Shape;1306;g3a546d5887e_5_1422"/>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7" name="Google Shape;1307;g3a546d5887e_5_1422"/>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8" name="Google Shape;1308;g3a546d5887e_5_1422"/>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09" name="Google Shape;1309;g3a546d5887e_5_1422"/>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0" name="Google Shape;1310;g3a546d5887e_5_1422"/>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1" name="Google Shape;1311;g3a546d5887e_5_1422"/>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2" name="Google Shape;1312;g3a546d5887e_5_1422"/>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3" name="Google Shape;1313;g3a546d5887e_5_1422"/>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14" name="Google Shape;1314;g3a546d5887e_5_1422"/>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sp>
        <p:nvSpPr>
          <p:cNvPr id="1315" name="Google Shape;1315;g3a546d5887e_5_142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16" name="Google Shape;1316;g3a546d5887e_5_1422"/>
          <p:cNvSpPr/>
          <p:nvPr/>
        </p:nvSpPr>
        <p:spPr>
          <a:xfrm>
            <a:off x="10527760" y="761402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17" name="Google Shape;1317;g3a546d5887e_5_1422"/>
          <p:cNvGrpSpPr/>
          <p:nvPr/>
        </p:nvGrpSpPr>
        <p:grpSpPr>
          <a:xfrm rot="10800000">
            <a:off x="13087137" y="-3619471"/>
            <a:ext cx="1543247" cy="4668874"/>
            <a:chOff x="1825573" y="1896181"/>
            <a:chExt cx="964529" cy="2918046"/>
          </a:xfrm>
        </p:grpSpPr>
        <p:sp>
          <p:nvSpPr>
            <p:cNvPr id="1318" name="Google Shape;1318;g3a546d5887e_5_142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19" name="Google Shape;1319;g3a546d5887e_5_1422"/>
            <p:cNvGrpSpPr/>
            <p:nvPr/>
          </p:nvGrpSpPr>
          <p:grpSpPr>
            <a:xfrm>
              <a:off x="2001780" y="2072389"/>
              <a:ext cx="612115" cy="2698299"/>
              <a:chOff x="1718105" y="2072389"/>
              <a:chExt cx="612115" cy="2698299"/>
            </a:xfrm>
          </p:grpSpPr>
          <p:sp>
            <p:nvSpPr>
              <p:cNvPr id="1320" name="Google Shape;1320;g3a546d5887e_5_142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1" name="Google Shape;1321;g3a546d5887e_5_142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2" name="Google Shape;1322;g3a546d5887e_5_142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3" name="Google Shape;1323;g3a546d5887e_5_142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4" name="Google Shape;1324;g3a546d5887e_5_142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5" name="Google Shape;1325;g3a546d5887e_5_142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6" name="Google Shape;1326;g3a546d5887e_5_142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7" name="Google Shape;1327;g3a546d5887e_5_142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8" name="Google Shape;1328;g3a546d5887e_5_142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29" name="Google Shape;1329;g3a546d5887e_5_142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0" name="Google Shape;1330;g3a546d5887e_5_142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1" name="Google Shape;1331;g3a546d5887e_5_142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2" name="Google Shape;1332;g3a546d5887e_5_142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3" name="Google Shape;1333;g3a546d5887e_5_142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4" name="Google Shape;1334;g3a546d5887e_5_142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5" name="Google Shape;1335;g3a546d5887e_5_142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6" name="Google Shape;1336;g3a546d5887e_5_142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7" name="Google Shape;1337;g3a546d5887e_5_142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8" name="Google Shape;1338;g3a546d5887e_5_142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39" name="Google Shape;1339;g3a546d5887e_5_142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0" name="Google Shape;1340;g3a546d5887e_5_142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1" name="Google Shape;1341;g3a546d5887e_5_142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2" name="Google Shape;1342;g3a546d5887e_5_142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3" name="Google Shape;1343;g3a546d5887e_5_142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4" name="Google Shape;1344;g3a546d5887e_5_142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5" name="Google Shape;1345;g3a546d5887e_5_142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6" name="Google Shape;1346;g3a546d5887e_5_142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7" name="Google Shape;1347;g3a546d5887e_5_142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8" name="Google Shape;1348;g3a546d5887e_5_142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49" name="Google Shape;1349;g3a546d5887e_5_142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0" name="Google Shape;1350;g3a546d5887e_5_142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1" name="Google Shape;1351;g3a546d5887e_5_142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2" name="Google Shape;1352;g3a546d5887e_5_142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3" name="Google Shape;1353;g3a546d5887e_5_142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4" name="Google Shape;1354;g3a546d5887e_5_142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5" name="Google Shape;1355;g3a546d5887e_5_142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6" name="Google Shape;1356;g3a546d5887e_5_142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7" name="Google Shape;1357;g3a546d5887e_5_142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8" name="Google Shape;1358;g3a546d5887e_5_142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59" name="Google Shape;1359;g3a546d5887e_5_142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0" name="Google Shape;1360;g3a546d5887e_5_142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1" name="Google Shape;1361;g3a546d5887e_5_142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2" name="Google Shape;1362;g3a546d5887e_5_142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3" name="Google Shape;1363;g3a546d5887e_5_142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4" name="Google Shape;1364;g3a546d5887e_5_142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5" name="Google Shape;1365;g3a546d5887e_5_142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6" name="Google Shape;1366;g3a546d5887e_5_142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7" name="Google Shape;1367;g3a546d5887e_5_142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8" name="Google Shape;1368;g3a546d5887e_5_142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69" name="Google Shape;1369;g3a546d5887e_5_142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0" name="Google Shape;1370;g3a546d5887e_5_142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371" name="Google Shape;1371;g3a546d5887e_5_1422"/>
          <p:cNvGrpSpPr/>
          <p:nvPr/>
        </p:nvGrpSpPr>
        <p:grpSpPr>
          <a:xfrm flipH="1">
            <a:off x="12912307" y="7220778"/>
            <a:ext cx="822797" cy="1008824"/>
            <a:chOff x="1551615" y="4513162"/>
            <a:chExt cx="514248" cy="630515"/>
          </a:xfrm>
        </p:grpSpPr>
        <p:grpSp>
          <p:nvGrpSpPr>
            <p:cNvPr id="1372" name="Google Shape;1372;g3a546d5887e_5_1422"/>
            <p:cNvGrpSpPr/>
            <p:nvPr/>
          </p:nvGrpSpPr>
          <p:grpSpPr>
            <a:xfrm>
              <a:off x="1551615" y="4513162"/>
              <a:ext cx="347653" cy="630515"/>
              <a:chOff x="3816307" y="2352225"/>
              <a:chExt cx="1213027" cy="2199982"/>
            </a:xfrm>
          </p:grpSpPr>
          <p:sp>
            <p:nvSpPr>
              <p:cNvPr id="1373" name="Google Shape;1373;g3a546d5887e_5_14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4" name="Google Shape;1374;g3a546d5887e_5_14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5" name="Google Shape;1375;g3a546d5887e_5_14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376" name="Google Shape;1376;g3a546d5887e_5_1422"/>
            <p:cNvGrpSpPr/>
            <p:nvPr/>
          </p:nvGrpSpPr>
          <p:grpSpPr>
            <a:xfrm>
              <a:off x="1899072" y="4839761"/>
              <a:ext cx="166791" cy="302717"/>
              <a:chOff x="3816307" y="2352225"/>
              <a:chExt cx="1213027" cy="2199982"/>
            </a:xfrm>
          </p:grpSpPr>
          <p:sp>
            <p:nvSpPr>
              <p:cNvPr id="1377" name="Google Shape;1377;g3a546d5887e_5_14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8" name="Google Shape;1378;g3a546d5887e_5_14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79" name="Google Shape;1379;g3a546d5887e_5_14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380" name="Google Shape;1380;g3a546d5887e_5_1422"/>
          <p:cNvGrpSpPr/>
          <p:nvPr/>
        </p:nvGrpSpPr>
        <p:grpSpPr>
          <a:xfrm>
            <a:off x="541702" y="4616272"/>
            <a:ext cx="599451" cy="741040"/>
            <a:chOff x="8243489" y="4050570"/>
            <a:chExt cx="374657" cy="463150"/>
          </a:xfrm>
        </p:grpSpPr>
        <p:sp>
          <p:nvSpPr>
            <p:cNvPr id="1381" name="Google Shape;1381;g3a546d5887e_5_142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82" name="Google Shape;1382;g3a546d5887e_5_142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383" name="Google Shape;1383;g3a546d5887e_5_142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384" name="Shape 1384"/>
        <p:cNvGrpSpPr/>
        <p:nvPr/>
      </p:nvGrpSpPr>
      <p:grpSpPr>
        <a:xfrm>
          <a:off x="0" y="0"/>
          <a:ext cx="0" cy="0"/>
          <a:chOff x="0" y="0"/>
          <a:chExt cx="0" cy="0"/>
        </a:xfrm>
      </p:grpSpPr>
      <p:sp>
        <p:nvSpPr>
          <p:cNvPr id="1385" name="Google Shape;1385;g3a546d5887e_5_1530"/>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86" name="Google Shape;1386;g3a546d5887e_5_1530"/>
          <p:cNvSpPr/>
          <p:nvPr/>
        </p:nvSpPr>
        <p:spPr>
          <a:xfrm>
            <a:off x="11162920" y="71447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87" name="Google Shape;1387;g3a546d5887e_5_1530"/>
          <p:cNvGrpSpPr/>
          <p:nvPr/>
        </p:nvGrpSpPr>
        <p:grpSpPr>
          <a:xfrm>
            <a:off x="12838578" y="6973850"/>
            <a:ext cx="1543247" cy="4668874"/>
            <a:chOff x="1825573" y="1896181"/>
            <a:chExt cx="964529" cy="2918046"/>
          </a:xfrm>
        </p:grpSpPr>
        <p:sp>
          <p:nvSpPr>
            <p:cNvPr id="1388" name="Google Shape;1388;g3a546d5887e_5_1530"/>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389" name="Google Shape;1389;g3a546d5887e_5_1530"/>
            <p:cNvGrpSpPr/>
            <p:nvPr/>
          </p:nvGrpSpPr>
          <p:grpSpPr>
            <a:xfrm>
              <a:off x="2001780" y="2072389"/>
              <a:ext cx="612115" cy="2698299"/>
              <a:chOff x="1718105" y="2072389"/>
              <a:chExt cx="612115" cy="2698299"/>
            </a:xfrm>
          </p:grpSpPr>
          <p:sp>
            <p:nvSpPr>
              <p:cNvPr id="1390" name="Google Shape;1390;g3a546d5887e_5_1530"/>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1" name="Google Shape;1391;g3a546d5887e_5_1530"/>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2" name="Google Shape;1392;g3a546d5887e_5_1530"/>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3" name="Google Shape;1393;g3a546d5887e_5_1530"/>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4" name="Google Shape;1394;g3a546d5887e_5_1530"/>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5" name="Google Shape;1395;g3a546d5887e_5_1530"/>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6" name="Google Shape;1396;g3a546d5887e_5_1530"/>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7" name="Google Shape;1397;g3a546d5887e_5_1530"/>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8" name="Google Shape;1398;g3a546d5887e_5_1530"/>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399" name="Google Shape;1399;g3a546d5887e_5_1530"/>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0" name="Google Shape;1400;g3a546d5887e_5_1530"/>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1" name="Google Shape;1401;g3a546d5887e_5_1530"/>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2" name="Google Shape;1402;g3a546d5887e_5_1530"/>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3" name="Google Shape;1403;g3a546d5887e_5_1530"/>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4" name="Google Shape;1404;g3a546d5887e_5_1530"/>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5" name="Google Shape;1405;g3a546d5887e_5_1530"/>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6" name="Google Shape;1406;g3a546d5887e_5_1530"/>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7" name="Google Shape;1407;g3a546d5887e_5_1530"/>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8" name="Google Shape;1408;g3a546d5887e_5_1530"/>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09" name="Google Shape;1409;g3a546d5887e_5_1530"/>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0" name="Google Shape;1410;g3a546d5887e_5_1530"/>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1" name="Google Shape;1411;g3a546d5887e_5_1530"/>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2" name="Google Shape;1412;g3a546d5887e_5_1530"/>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3" name="Google Shape;1413;g3a546d5887e_5_1530"/>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4" name="Google Shape;1414;g3a546d5887e_5_1530"/>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5" name="Google Shape;1415;g3a546d5887e_5_1530"/>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6" name="Google Shape;1416;g3a546d5887e_5_1530"/>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7" name="Google Shape;1417;g3a546d5887e_5_1530"/>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8" name="Google Shape;1418;g3a546d5887e_5_1530"/>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19" name="Google Shape;1419;g3a546d5887e_5_1530"/>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0" name="Google Shape;1420;g3a546d5887e_5_1530"/>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1" name="Google Shape;1421;g3a546d5887e_5_1530"/>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2" name="Google Shape;1422;g3a546d5887e_5_1530"/>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3" name="Google Shape;1423;g3a546d5887e_5_1530"/>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4" name="Google Shape;1424;g3a546d5887e_5_1530"/>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5" name="Google Shape;1425;g3a546d5887e_5_1530"/>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6" name="Google Shape;1426;g3a546d5887e_5_1530"/>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7" name="Google Shape;1427;g3a546d5887e_5_1530"/>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8" name="Google Shape;1428;g3a546d5887e_5_1530"/>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29" name="Google Shape;1429;g3a546d5887e_5_1530"/>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0" name="Google Shape;1430;g3a546d5887e_5_1530"/>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1" name="Google Shape;1431;g3a546d5887e_5_1530"/>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2" name="Google Shape;1432;g3a546d5887e_5_1530"/>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3" name="Google Shape;1433;g3a546d5887e_5_1530"/>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4" name="Google Shape;1434;g3a546d5887e_5_1530"/>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5" name="Google Shape;1435;g3a546d5887e_5_1530"/>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6" name="Google Shape;1436;g3a546d5887e_5_1530"/>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7" name="Google Shape;1437;g3a546d5887e_5_1530"/>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8" name="Google Shape;1438;g3a546d5887e_5_1530"/>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39" name="Google Shape;1439;g3a546d5887e_5_1530"/>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0" name="Google Shape;1440;g3a546d5887e_5_1530"/>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441" name="Google Shape;1441;g3a546d5887e_5_1530"/>
          <p:cNvGrpSpPr/>
          <p:nvPr/>
        </p:nvGrpSpPr>
        <p:grpSpPr>
          <a:xfrm flipH="1">
            <a:off x="729747" y="7221058"/>
            <a:ext cx="822797" cy="1008824"/>
            <a:chOff x="1551615" y="4513162"/>
            <a:chExt cx="514248" cy="630515"/>
          </a:xfrm>
        </p:grpSpPr>
        <p:grpSp>
          <p:nvGrpSpPr>
            <p:cNvPr id="1442" name="Google Shape;1442;g3a546d5887e_5_1530"/>
            <p:cNvGrpSpPr/>
            <p:nvPr/>
          </p:nvGrpSpPr>
          <p:grpSpPr>
            <a:xfrm>
              <a:off x="1551615" y="4513162"/>
              <a:ext cx="347653" cy="630515"/>
              <a:chOff x="3816307" y="2352225"/>
              <a:chExt cx="1213027" cy="2199982"/>
            </a:xfrm>
          </p:grpSpPr>
          <p:sp>
            <p:nvSpPr>
              <p:cNvPr id="1443" name="Google Shape;1443;g3a546d5887e_5_153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4" name="Google Shape;1444;g3a546d5887e_5_153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5" name="Google Shape;1445;g3a546d5887e_5_153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446" name="Google Shape;1446;g3a546d5887e_5_1530"/>
            <p:cNvGrpSpPr/>
            <p:nvPr/>
          </p:nvGrpSpPr>
          <p:grpSpPr>
            <a:xfrm>
              <a:off x="1899072" y="4839761"/>
              <a:ext cx="166791" cy="302717"/>
              <a:chOff x="3816307" y="2352225"/>
              <a:chExt cx="1213027" cy="2199982"/>
            </a:xfrm>
          </p:grpSpPr>
          <p:sp>
            <p:nvSpPr>
              <p:cNvPr id="1447" name="Google Shape;1447;g3a546d5887e_5_153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8" name="Google Shape;1448;g3a546d5887e_5_153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49" name="Google Shape;1449;g3a546d5887e_5_153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450" name="Google Shape;1450;g3a546d5887e_5_1530"/>
          <p:cNvGrpSpPr/>
          <p:nvPr/>
        </p:nvGrpSpPr>
        <p:grpSpPr>
          <a:xfrm>
            <a:off x="-2174800" y="-172280"/>
            <a:ext cx="3326800" cy="2884000"/>
            <a:chOff x="349725" y="59275"/>
            <a:chExt cx="2079250" cy="1802500"/>
          </a:xfrm>
        </p:grpSpPr>
        <p:sp>
          <p:nvSpPr>
            <p:cNvPr id="1451" name="Google Shape;1451;g3a546d5887e_5_1530"/>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2" name="Google Shape;1452;g3a546d5887e_5_1530"/>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453" name="Google Shape;1453;g3a546d5887e_5_1530"/>
          <p:cNvGrpSpPr/>
          <p:nvPr/>
        </p:nvGrpSpPr>
        <p:grpSpPr>
          <a:xfrm>
            <a:off x="13310462" y="6403752"/>
            <a:ext cx="599451" cy="741040"/>
            <a:chOff x="8243489" y="4050570"/>
            <a:chExt cx="374657" cy="463150"/>
          </a:xfrm>
        </p:grpSpPr>
        <p:sp>
          <p:nvSpPr>
            <p:cNvPr id="1454" name="Google Shape;1454;g3a546d5887e_5_1530"/>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55" name="Google Shape;1455;g3a546d5887e_5_1530"/>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456" name="Google Shape;1456;g3a546d5887e_5_153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7" name="Shape 1457"/>
        <p:cNvGrpSpPr/>
        <p:nvPr/>
      </p:nvGrpSpPr>
      <p:grpSpPr>
        <a:xfrm>
          <a:off x="0" y="0"/>
          <a:ext cx="0" cy="0"/>
          <a:chOff x="0" y="0"/>
          <a:chExt cx="0" cy="0"/>
        </a:xfrm>
      </p:grpSpPr>
      <p:sp>
        <p:nvSpPr>
          <p:cNvPr id="1458" name="Google Shape;1458;g3a546d5887e_5_1602"/>
          <p:cNvSpPr/>
          <p:nvPr/>
        </p:nvSpPr>
        <p:spPr>
          <a:xfrm>
            <a:off x="11041941" y="679402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459" name="Google Shape;1459;g3a546d5887e_5_1602"/>
          <p:cNvGrpSpPr/>
          <p:nvPr/>
        </p:nvGrpSpPr>
        <p:grpSpPr>
          <a:xfrm flipH="1" rot="5400000">
            <a:off x="-2258018" y="-1444309"/>
            <a:ext cx="1765185" cy="5340316"/>
            <a:chOff x="1825573" y="1896181"/>
            <a:chExt cx="964529" cy="2918046"/>
          </a:xfrm>
        </p:grpSpPr>
        <p:sp>
          <p:nvSpPr>
            <p:cNvPr id="1460" name="Google Shape;1460;g3a546d5887e_5_1602"/>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461" name="Google Shape;1461;g3a546d5887e_5_1602"/>
            <p:cNvGrpSpPr/>
            <p:nvPr/>
          </p:nvGrpSpPr>
          <p:grpSpPr>
            <a:xfrm>
              <a:off x="2001780" y="2072389"/>
              <a:ext cx="612115" cy="2698299"/>
              <a:chOff x="1718105" y="2072389"/>
              <a:chExt cx="612115" cy="2698299"/>
            </a:xfrm>
          </p:grpSpPr>
          <p:sp>
            <p:nvSpPr>
              <p:cNvPr id="1462" name="Google Shape;1462;g3a546d5887e_5_1602"/>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3" name="Google Shape;1463;g3a546d5887e_5_1602"/>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4" name="Google Shape;1464;g3a546d5887e_5_1602"/>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5" name="Google Shape;1465;g3a546d5887e_5_1602"/>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6" name="Google Shape;1466;g3a546d5887e_5_1602"/>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7" name="Google Shape;1467;g3a546d5887e_5_1602"/>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8" name="Google Shape;1468;g3a546d5887e_5_1602"/>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69" name="Google Shape;1469;g3a546d5887e_5_1602"/>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0" name="Google Shape;1470;g3a546d5887e_5_1602"/>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1" name="Google Shape;1471;g3a546d5887e_5_1602"/>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2" name="Google Shape;1472;g3a546d5887e_5_1602"/>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3" name="Google Shape;1473;g3a546d5887e_5_1602"/>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4" name="Google Shape;1474;g3a546d5887e_5_1602"/>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5" name="Google Shape;1475;g3a546d5887e_5_1602"/>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6" name="Google Shape;1476;g3a546d5887e_5_1602"/>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7" name="Google Shape;1477;g3a546d5887e_5_1602"/>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8" name="Google Shape;1478;g3a546d5887e_5_1602"/>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79" name="Google Shape;1479;g3a546d5887e_5_1602"/>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0" name="Google Shape;1480;g3a546d5887e_5_1602"/>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1" name="Google Shape;1481;g3a546d5887e_5_1602"/>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2" name="Google Shape;1482;g3a546d5887e_5_1602"/>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3" name="Google Shape;1483;g3a546d5887e_5_1602"/>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4" name="Google Shape;1484;g3a546d5887e_5_1602"/>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5" name="Google Shape;1485;g3a546d5887e_5_1602"/>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6" name="Google Shape;1486;g3a546d5887e_5_1602"/>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7" name="Google Shape;1487;g3a546d5887e_5_1602"/>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8" name="Google Shape;1488;g3a546d5887e_5_1602"/>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89" name="Google Shape;1489;g3a546d5887e_5_1602"/>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0" name="Google Shape;1490;g3a546d5887e_5_1602"/>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1" name="Google Shape;1491;g3a546d5887e_5_1602"/>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2" name="Google Shape;1492;g3a546d5887e_5_1602"/>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3" name="Google Shape;1493;g3a546d5887e_5_1602"/>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4" name="Google Shape;1494;g3a546d5887e_5_1602"/>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5" name="Google Shape;1495;g3a546d5887e_5_1602"/>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6" name="Google Shape;1496;g3a546d5887e_5_1602"/>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7" name="Google Shape;1497;g3a546d5887e_5_1602"/>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8" name="Google Shape;1498;g3a546d5887e_5_1602"/>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499" name="Google Shape;1499;g3a546d5887e_5_1602"/>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0" name="Google Shape;1500;g3a546d5887e_5_1602"/>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1" name="Google Shape;1501;g3a546d5887e_5_1602"/>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2" name="Google Shape;1502;g3a546d5887e_5_1602"/>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3" name="Google Shape;1503;g3a546d5887e_5_1602"/>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4" name="Google Shape;1504;g3a546d5887e_5_1602"/>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5" name="Google Shape;1505;g3a546d5887e_5_1602"/>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6" name="Google Shape;1506;g3a546d5887e_5_1602"/>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7" name="Google Shape;1507;g3a546d5887e_5_1602"/>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8" name="Google Shape;1508;g3a546d5887e_5_1602"/>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09" name="Google Shape;1509;g3a546d5887e_5_1602"/>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0" name="Google Shape;1510;g3a546d5887e_5_1602"/>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1" name="Google Shape;1511;g3a546d5887e_5_1602"/>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2" name="Google Shape;1512;g3a546d5887e_5_1602"/>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513" name="Google Shape;1513;g3a546d5887e_5_1602"/>
          <p:cNvGrpSpPr/>
          <p:nvPr/>
        </p:nvGrpSpPr>
        <p:grpSpPr>
          <a:xfrm rot="5400000">
            <a:off x="6071512" y="5397618"/>
            <a:ext cx="6630222" cy="10567760"/>
            <a:chOff x="1336575" y="1389950"/>
            <a:chExt cx="1583450" cy="2523825"/>
          </a:xfrm>
        </p:grpSpPr>
        <p:sp>
          <p:nvSpPr>
            <p:cNvPr id="1514" name="Google Shape;1514;g3a546d5887e_5_1602"/>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5" name="Google Shape;1515;g3a546d5887e_5_1602"/>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6" name="Google Shape;1516;g3a546d5887e_5_1602"/>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7" name="Google Shape;1517;g3a546d5887e_5_1602"/>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8" name="Google Shape;1518;g3a546d5887e_5_1602"/>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19" name="Google Shape;1519;g3a546d5887e_5_1602"/>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0" name="Google Shape;1520;g3a546d5887e_5_1602"/>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1" name="Google Shape;1521;g3a546d5887e_5_1602"/>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2" name="Google Shape;1522;g3a546d5887e_5_1602"/>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3" name="Google Shape;1523;g3a546d5887e_5_1602"/>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4" name="Google Shape;1524;g3a546d5887e_5_1602"/>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5" name="Google Shape;1525;g3a546d5887e_5_1602"/>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6" name="Google Shape;1526;g3a546d5887e_5_1602"/>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7" name="Google Shape;1527;g3a546d5887e_5_1602"/>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8" name="Google Shape;1528;g3a546d5887e_5_1602"/>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29" name="Google Shape;1529;g3a546d5887e_5_1602"/>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0" name="Google Shape;1530;g3a546d5887e_5_1602"/>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1" name="Google Shape;1531;g3a546d5887e_5_1602"/>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2" name="Google Shape;1532;g3a546d5887e_5_1602"/>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3" name="Google Shape;1533;g3a546d5887e_5_1602"/>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4" name="Google Shape;1534;g3a546d5887e_5_1602"/>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5" name="Google Shape;1535;g3a546d5887e_5_1602"/>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6" name="Google Shape;1536;g3a546d5887e_5_1602"/>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7" name="Google Shape;1537;g3a546d5887e_5_1602"/>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8" name="Google Shape;1538;g3a546d5887e_5_1602"/>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39" name="Google Shape;1539;g3a546d5887e_5_1602"/>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0" name="Google Shape;1540;g3a546d5887e_5_1602"/>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1" name="Google Shape;1541;g3a546d5887e_5_1602"/>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2" name="Google Shape;1542;g3a546d5887e_5_1602"/>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3" name="Google Shape;1543;g3a546d5887e_5_1602"/>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4" name="Google Shape;1544;g3a546d5887e_5_1602"/>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5" name="Google Shape;1545;g3a546d5887e_5_1602"/>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6" name="Google Shape;1546;g3a546d5887e_5_1602"/>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7" name="Google Shape;1547;g3a546d5887e_5_1602"/>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8" name="Google Shape;1548;g3a546d5887e_5_1602"/>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49" name="Google Shape;1549;g3a546d5887e_5_1602"/>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0" name="Google Shape;1550;g3a546d5887e_5_1602"/>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1" name="Google Shape;1551;g3a546d5887e_5_1602"/>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52" name="Google Shape;1552;g3a546d5887e_5_1602"/>
          <p:cNvGrpSpPr/>
          <p:nvPr/>
        </p:nvGrpSpPr>
        <p:grpSpPr>
          <a:xfrm>
            <a:off x="13189502" y="6912472"/>
            <a:ext cx="599451" cy="741040"/>
            <a:chOff x="8243489" y="4050570"/>
            <a:chExt cx="374657" cy="463150"/>
          </a:xfrm>
        </p:grpSpPr>
        <p:sp>
          <p:nvSpPr>
            <p:cNvPr id="1553" name="Google Shape;1553;g3a546d5887e_5_1602"/>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4" name="Google Shape;1554;g3a546d5887e_5_1602"/>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1555" name="Google Shape;1555;g3a546d5887e_5_1602"/>
          <p:cNvGrpSpPr/>
          <p:nvPr/>
        </p:nvGrpSpPr>
        <p:grpSpPr>
          <a:xfrm>
            <a:off x="586544" y="7220778"/>
            <a:ext cx="822797" cy="1008824"/>
            <a:chOff x="366590" y="4512987"/>
            <a:chExt cx="514248" cy="630515"/>
          </a:xfrm>
        </p:grpSpPr>
        <p:grpSp>
          <p:nvGrpSpPr>
            <p:cNvPr id="1556" name="Google Shape;1556;g3a546d5887e_5_1602"/>
            <p:cNvGrpSpPr/>
            <p:nvPr/>
          </p:nvGrpSpPr>
          <p:grpSpPr>
            <a:xfrm>
              <a:off x="366590" y="4512987"/>
              <a:ext cx="347653" cy="630515"/>
              <a:chOff x="3816307" y="2352225"/>
              <a:chExt cx="1213027" cy="2199982"/>
            </a:xfrm>
          </p:grpSpPr>
          <p:sp>
            <p:nvSpPr>
              <p:cNvPr id="1557" name="Google Shape;1557;g3a546d5887e_5_160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8" name="Google Shape;1558;g3a546d5887e_5_160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59" name="Google Shape;1559;g3a546d5887e_5_160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560" name="Google Shape;1560;g3a546d5887e_5_1602"/>
            <p:cNvGrpSpPr/>
            <p:nvPr/>
          </p:nvGrpSpPr>
          <p:grpSpPr>
            <a:xfrm>
              <a:off x="714047" y="4839586"/>
              <a:ext cx="166791" cy="302717"/>
              <a:chOff x="3816307" y="2352225"/>
              <a:chExt cx="1213027" cy="2199982"/>
            </a:xfrm>
          </p:grpSpPr>
          <p:sp>
            <p:nvSpPr>
              <p:cNvPr id="1561" name="Google Shape;1561;g3a546d5887e_5_160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62" name="Google Shape;1562;g3a546d5887e_5_160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63" name="Google Shape;1563;g3a546d5887e_5_160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564" name="Google Shape;1564;g3a546d5887e_5_1602"/>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565" name="Google Shape;1565;g3a546d5887e_5_160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66" name="Shape 1566"/>
        <p:cNvGrpSpPr/>
        <p:nvPr/>
      </p:nvGrpSpPr>
      <p:grpSpPr>
        <a:xfrm>
          <a:off x="0" y="0"/>
          <a:ext cx="0" cy="0"/>
          <a:chOff x="0" y="0"/>
          <a:chExt cx="0" cy="0"/>
        </a:xfrm>
      </p:grpSpPr>
      <p:sp>
        <p:nvSpPr>
          <p:cNvPr id="1567" name="Google Shape;1567;g3a546d5887e_5_1710"/>
          <p:cNvSpPr txBox="1"/>
          <p:nvPr>
            <p:ph type="title"/>
          </p:nvPr>
        </p:nvSpPr>
        <p:spPr>
          <a:xfrm>
            <a:off x="1141221" y="715360"/>
            <a:ext cx="7116900" cy="16938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4800"/>
              <a:buNone/>
              <a:defRPr sz="8800"/>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568" name="Google Shape;1568;g3a546d5887e_5_1710"/>
          <p:cNvSpPr txBox="1"/>
          <p:nvPr>
            <p:ph idx="1" type="subTitle"/>
          </p:nvPr>
        </p:nvSpPr>
        <p:spPr>
          <a:xfrm>
            <a:off x="1141160" y="2218280"/>
            <a:ext cx="7116900" cy="1693800"/>
          </a:xfrm>
          <a:prstGeom prst="rect">
            <a:avLst/>
          </a:prstGeom>
          <a:noFill/>
          <a:ln>
            <a:noFill/>
          </a:ln>
        </p:spPr>
        <p:txBody>
          <a:bodyPr anchorCtr="0" anchor="ctr" bIns="146275" lIns="146275" spcFirstLastPara="1" rIns="146275" wrap="square" tIns="146275">
            <a:noAutofit/>
          </a:bodyPr>
          <a:lstStyle>
            <a:lvl1pPr lvl="0" algn="l">
              <a:lnSpc>
                <a:spcPct val="100000"/>
              </a:lnSpc>
              <a:spcBef>
                <a:spcPts val="0"/>
              </a:spcBef>
              <a:spcAft>
                <a:spcPts val="0"/>
              </a:spcAft>
              <a:buSzPts val="1900"/>
              <a:buNone/>
              <a:defRPr/>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1569" name="Google Shape;1569;g3a546d5887e_5_1710"/>
          <p:cNvSpPr txBox="1"/>
          <p:nvPr/>
        </p:nvSpPr>
        <p:spPr>
          <a:xfrm>
            <a:off x="1141160" y="5384560"/>
            <a:ext cx="7913400" cy="889800"/>
          </a:xfrm>
          <a:prstGeom prst="rect">
            <a:avLst/>
          </a:prstGeom>
          <a:noFill/>
          <a:ln>
            <a:noFill/>
          </a:ln>
        </p:spPr>
        <p:txBody>
          <a:bodyPr anchorCtr="0" anchor="t" bIns="146275" lIns="146275" spcFirstLastPara="1" rIns="146275" wrap="square" tIns="146275">
            <a:noAutofit/>
          </a:bodyPr>
          <a:lstStyle/>
          <a:p>
            <a:pPr indent="0" lvl="0" marL="0" marR="0" rtl="0" algn="l">
              <a:lnSpc>
                <a:spcPct val="100000"/>
              </a:lnSpc>
              <a:spcBef>
                <a:spcPts val="500"/>
              </a:spcBef>
              <a:spcAft>
                <a:spcPts val="0"/>
              </a:spcAft>
              <a:buClr>
                <a:srgbClr val="000000"/>
              </a:buClr>
              <a:buSzPts val="1900"/>
              <a:buFont typeface="Arial"/>
              <a:buNone/>
            </a:pPr>
            <a:r>
              <a:rPr b="1" i="0" lang="en-US" sz="1900" u="none" cap="none" strike="noStrike">
                <a:solidFill>
                  <a:schemeClr val="dk1"/>
                </a:solidFill>
                <a:latin typeface="DM Sans"/>
                <a:ea typeface="DM Sans"/>
                <a:cs typeface="DM Sans"/>
                <a:sym typeface="DM Sans"/>
              </a:rPr>
              <a:t>CREDITS:</a:t>
            </a:r>
            <a:r>
              <a:rPr b="0" i="0" lang="en-US" sz="1900" u="none" cap="none" strike="noStrike">
                <a:solidFill>
                  <a:schemeClr val="dk1"/>
                </a:solidFill>
                <a:latin typeface="DM Sans"/>
                <a:ea typeface="DM Sans"/>
                <a:cs typeface="DM Sans"/>
                <a:sym typeface="DM Sans"/>
              </a:rPr>
              <a:t> This presentation template was created by </a:t>
            </a:r>
            <a:r>
              <a:rPr b="1" i="0" lang="en-US" sz="1900" u="sng" cap="none" strike="noStrike">
                <a:solidFill>
                  <a:schemeClr val="hlink"/>
                </a:solidFill>
                <a:latin typeface="DM Sans"/>
                <a:ea typeface="DM Sans"/>
                <a:cs typeface="DM Sans"/>
                <a:sym typeface="DM Sans"/>
                <a:hlinkClick r:id="rId2"/>
              </a:rPr>
              <a:t>Slidesgo</a:t>
            </a:r>
            <a:r>
              <a:rPr b="0" i="0" lang="en-US" sz="1900" u="none" cap="none" strike="noStrike">
                <a:solidFill>
                  <a:schemeClr val="dk1"/>
                </a:solidFill>
                <a:latin typeface="DM Sans"/>
                <a:ea typeface="DM Sans"/>
                <a:cs typeface="DM Sans"/>
                <a:sym typeface="DM Sans"/>
              </a:rPr>
              <a:t>, and includes icons by </a:t>
            </a:r>
            <a:r>
              <a:rPr b="1" i="0" lang="en-US" sz="1900" u="sng" cap="none" strike="noStrike">
                <a:solidFill>
                  <a:schemeClr val="hlink"/>
                </a:solidFill>
                <a:latin typeface="DM Sans"/>
                <a:ea typeface="DM Sans"/>
                <a:cs typeface="DM Sans"/>
                <a:sym typeface="DM Sans"/>
                <a:hlinkClick r:id="rId3"/>
              </a:rPr>
              <a:t>Flaticon</a:t>
            </a:r>
            <a:r>
              <a:rPr b="0" i="0" lang="en-US" sz="1900" u="none" cap="none" strike="noStrike">
                <a:solidFill>
                  <a:schemeClr val="dk1"/>
                </a:solidFill>
                <a:latin typeface="DM Sans"/>
                <a:ea typeface="DM Sans"/>
                <a:cs typeface="DM Sans"/>
                <a:sym typeface="DM Sans"/>
              </a:rPr>
              <a:t>, and infographics &amp; images by </a:t>
            </a:r>
            <a:r>
              <a:rPr b="1" i="0" lang="en-US" sz="1900" u="sng" cap="none" strike="noStrike">
                <a:solidFill>
                  <a:schemeClr val="hlink"/>
                </a:solidFill>
                <a:latin typeface="DM Sans"/>
                <a:ea typeface="DM Sans"/>
                <a:cs typeface="DM Sans"/>
                <a:sym typeface="DM Sans"/>
                <a:hlinkClick r:id="rId4"/>
              </a:rPr>
              <a:t>Freepik</a:t>
            </a:r>
            <a:r>
              <a:rPr b="0" i="0" lang="en-US" sz="1900" u="sng" cap="none" strike="noStrike">
                <a:solidFill>
                  <a:schemeClr val="dk1"/>
                </a:solidFill>
                <a:latin typeface="DM Sans"/>
                <a:ea typeface="DM Sans"/>
                <a:cs typeface="DM Sans"/>
                <a:sym typeface="DM Sans"/>
              </a:rPr>
              <a:t> </a:t>
            </a:r>
            <a:endParaRPr b="1" i="0" sz="1900" u="sng" cap="none" strike="noStrike">
              <a:solidFill>
                <a:schemeClr val="dk1"/>
              </a:solidFill>
              <a:latin typeface="DM Sans"/>
              <a:ea typeface="DM Sans"/>
              <a:cs typeface="DM Sans"/>
              <a:sym typeface="DM Sans"/>
            </a:endParaRPr>
          </a:p>
        </p:txBody>
      </p:sp>
      <p:sp>
        <p:nvSpPr>
          <p:cNvPr id="1570" name="Google Shape;1570;g3a546d5887e_5_1710"/>
          <p:cNvSpPr/>
          <p:nvPr/>
        </p:nvSpPr>
        <p:spPr>
          <a:xfrm>
            <a:off x="824221" y="736638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71" name="Google Shape;1571;g3a546d5887e_5_1710"/>
          <p:cNvGrpSpPr/>
          <p:nvPr/>
        </p:nvGrpSpPr>
        <p:grpSpPr>
          <a:xfrm>
            <a:off x="4623529" y="7366406"/>
            <a:ext cx="10212700" cy="2597679"/>
            <a:chOff x="713181" y="3935229"/>
            <a:chExt cx="6382937" cy="1623549"/>
          </a:xfrm>
        </p:grpSpPr>
        <p:sp>
          <p:nvSpPr>
            <p:cNvPr id="1572" name="Google Shape;1572;g3a546d5887e_5_1710"/>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573" name="Google Shape;1573;g3a546d5887e_5_1710"/>
            <p:cNvGrpSpPr/>
            <p:nvPr/>
          </p:nvGrpSpPr>
          <p:grpSpPr>
            <a:xfrm flipH="1" rot="5400000">
              <a:off x="3392072" y="1847513"/>
              <a:ext cx="1257637" cy="5799003"/>
              <a:chOff x="3563222" y="101822"/>
              <a:chExt cx="1212180" cy="5125964"/>
            </a:xfrm>
          </p:grpSpPr>
          <p:sp>
            <p:nvSpPr>
              <p:cNvPr id="1574" name="Google Shape;1574;g3a546d5887e_5_1710"/>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5" name="Google Shape;1575;g3a546d5887e_5_1710"/>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6" name="Google Shape;1576;g3a546d5887e_5_1710"/>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7" name="Google Shape;1577;g3a546d5887e_5_1710"/>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8" name="Google Shape;1578;g3a546d5887e_5_1710"/>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79" name="Google Shape;1579;g3a546d5887e_5_1710"/>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0" name="Google Shape;1580;g3a546d5887e_5_1710"/>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1" name="Google Shape;1581;g3a546d5887e_5_1710"/>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2" name="Google Shape;1582;g3a546d5887e_5_1710"/>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3" name="Google Shape;1583;g3a546d5887e_5_1710"/>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4" name="Google Shape;1584;g3a546d5887e_5_1710"/>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5" name="Google Shape;1585;g3a546d5887e_5_1710"/>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6" name="Google Shape;1586;g3a546d5887e_5_1710"/>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7" name="Google Shape;1587;g3a546d5887e_5_1710"/>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8" name="Google Shape;1588;g3a546d5887e_5_1710"/>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89" name="Google Shape;1589;g3a546d5887e_5_1710"/>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0" name="Google Shape;1590;g3a546d5887e_5_1710"/>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1" name="Google Shape;1591;g3a546d5887e_5_1710"/>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2" name="Google Shape;1592;g3a546d5887e_5_1710"/>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3" name="Google Shape;1593;g3a546d5887e_5_1710"/>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4" name="Google Shape;1594;g3a546d5887e_5_1710"/>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5" name="Google Shape;1595;g3a546d5887e_5_1710"/>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6" name="Google Shape;1596;g3a546d5887e_5_1710"/>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7" name="Google Shape;1597;g3a546d5887e_5_1710"/>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8" name="Google Shape;1598;g3a546d5887e_5_1710"/>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599" name="Google Shape;1599;g3a546d5887e_5_1710"/>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0" name="Google Shape;1600;g3a546d5887e_5_1710"/>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1" name="Google Shape;1601;g3a546d5887e_5_1710"/>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2" name="Google Shape;1602;g3a546d5887e_5_1710"/>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3" name="Google Shape;1603;g3a546d5887e_5_1710"/>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4" name="Google Shape;1604;g3a546d5887e_5_1710"/>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5" name="Google Shape;1605;g3a546d5887e_5_1710"/>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6" name="Google Shape;1606;g3a546d5887e_5_1710"/>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7" name="Google Shape;1607;g3a546d5887e_5_1710"/>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8" name="Google Shape;1608;g3a546d5887e_5_1710"/>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09" name="Google Shape;1609;g3a546d5887e_5_1710"/>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0" name="Google Shape;1610;g3a546d5887e_5_1710"/>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1" name="Google Shape;1611;g3a546d5887e_5_1710"/>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2" name="Google Shape;1612;g3a546d5887e_5_1710"/>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3" name="Google Shape;1613;g3a546d5887e_5_1710"/>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4" name="Google Shape;1614;g3a546d5887e_5_1710"/>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5" name="Google Shape;1615;g3a546d5887e_5_1710"/>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6" name="Google Shape;1616;g3a546d5887e_5_1710"/>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7" name="Google Shape;1617;g3a546d5887e_5_1710"/>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8" name="Google Shape;1618;g3a546d5887e_5_1710"/>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19" name="Google Shape;1619;g3a546d5887e_5_1710"/>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0" name="Google Shape;1620;g3a546d5887e_5_1710"/>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1" name="Google Shape;1621;g3a546d5887e_5_1710"/>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2" name="Google Shape;1622;g3a546d5887e_5_1710"/>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3" name="Google Shape;1623;g3a546d5887e_5_1710"/>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4" name="Google Shape;1624;g3a546d5887e_5_1710"/>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5" name="Google Shape;1625;g3a546d5887e_5_1710"/>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6" name="Google Shape;1626;g3a546d5887e_5_1710"/>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7" name="Google Shape;1627;g3a546d5887e_5_1710"/>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8" name="Google Shape;1628;g3a546d5887e_5_1710"/>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29" name="Google Shape;1629;g3a546d5887e_5_1710"/>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0" name="Google Shape;1630;g3a546d5887e_5_1710"/>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1" name="Google Shape;1631;g3a546d5887e_5_1710"/>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2" name="Google Shape;1632;g3a546d5887e_5_1710"/>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3" name="Google Shape;1633;g3a546d5887e_5_1710"/>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4" name="Google Shape;1634;g3a546d5887e_5_1710"/>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5" name="Google Shape;1635;g3a546d5887e_5_1710"/>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6" name="Google Shape;1636;g3a546d5887e_5_1710"/>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7" name="Google Shape;1637;g3a546d5887e_5_1710"/>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8" name="Google Shape;1638;g3a546d5887e_5_1710"/>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39" name="Google Shape;1639;g3a546d5887e_5_1710"/>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0" name="Google Shape;1640;g3a546d5887e_5_1710"/>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1" name="Google Shape;1641;g3a546d5887e_5_1710"/>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2" name="Google Shape;1642;g3a546d5887e_5_1710"/>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3" name="Google Shape;1643;g3a546d5887e_5_1710"/>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4" name="Google Shape;1644;g3a546d5887e_5_1710"/>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5" name="Google Shape;1645;g3a546d5887e_5_1710"/>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6" name="Google Shape;1646;g3a546d5887e_5_1710"/>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7" name="Google Shape;1647;g3a546d5887e_5_1710"/>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8" name="Google Shape;1648;g3a546d5887e_5_1710"/>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49" name="Google Shape;1649;g3a546d5887e_5_1710"/>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0" name="Google Shape;1650;g3a546d5887e_5_1710"/>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1" name="Google Shape;1651;g3a546d5887e_5_1710"/>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2" name="Google Shape;1652;g3a546d5887e_5_1710"/>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3" name="Google Shape;1653;g3a546d5887e_5_1710"/>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4" name="Google Shape;1654;g3a546d5887e_5_1710"/>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5" name="Google Shape;1655;g3a546d5887e_5_1710"/>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6" name="Google Shape;1656;g3a546d5887e_5_1710"/>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57" name="Google Shape;1657;g3a546d5887e_5_1710"/>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658" name="Google Shape;1658;g3a546d5887e_5_1710"/>
          <p:cNvGrpSpPr/>
          <p:nvPr/>
        </p:nvGrpSpPr>
        <p:grpSpPr>
          <a:xfrm>
            <a:off x="748402" y="7300019"/>
            <a:ext cx="1200058" cy="1008709"/>
            <a:chOff x="1507450" y="3919292"/>
            <a:chExt cx="953486" cy="801453"/>
          </a:xfrm>
        </p:grpSpPr>
        <p:grpSp>
          <p:nvGrpSpPr>
            <p:cNvPr id="1659" name="Google Shape;1659;g3a546d5887e_5_1710"/>
            <p:cNvGrpSpPr/>
            <p:nvPr/>
          </p:nvGrpSpPr>
          <p:grpSpPr>
            <a:xfrm>
              <a:off x="1806987" y="3919292"/>
              <a:ext cx="441906" cy="801453"/>
              <a:chOff x="3816307" y="2352225"/>
              <a:chExt cx="1213027" cy="2199982"/>
            </a:xfrm>
          </p:grpSpPr>
          <p:sp>
            <p:nvSpPr>
              <p:cNvPr id="1660" name="Google Shape;1660;g3a546d5887e_5_17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1" name="Google Shape;1661;g3a546d5887e_5_17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2" name="Google Shape;1662;g3a546d5887e_5_17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663" name="Google Shape;1663;g3a546d5887e_5_1710"/>
            <p:cNvGrpSpPr/>
            <p:nvPr/>
          </p:nvGrpSpPr>
          <p:grpSpPr>
            <a:xfrm>
              <a:off x="2248899" y="4334549"/>
              <a:ext cx="212037" cy="384777"/>
              <a:chOff x="3816307" y="2352225"/>
              <a:chExt cx="1213027" cy="2199982"/>
            </a:xfrm>
          </p:grpSpPr>
          <p:sp>
            <p:nvSpPr>
              <p:cNvPr id="1664" name="Google Shape;1664;g3a546d5887e_5_171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5" name="Google Shape;1665;g3a546d5887e_5_171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6" name="Google Shape;1666;g3a546d5887e_5_171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667" name="Google Shape;1667;g3a546d5887e_5_1710"/>
            <p:cNvGrpSpPr/>
            <p:nvPr/>
          </p:nvGrpSpPr>
          <p:grpSpPr>
            <a:xfrm>
              <a:off x="1507450" y="4205080"/>
              <a:ext cx="212025" cy="514245"/>
              <a:chOff x="3816313" y="1611982"/>
              <a:chExt cx="1212958" cy="2940225"/>
            </a:xfrm>
          </p:grpSpPr>
          <p:sp>
            <p:nvSpPr>
              <p:cNvPr id="1668" name="Google Shape;1668;g3a546d5887e_5_1710"/>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69" name="Google Shape;1669;g3a546d5887e_5_1710"/>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0" name="Google Shape;1670;g3a546d5887e_5_1710"/>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671" name="Google Shape;1671;g3a546d5887e_5_171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0">
    <p:spTree>
      <p:nvGrpSpPr>
        <p:cNvPr id="1672" name="Shape 1672"/>
        <p:cNvGrpSpPr/>
        <p:nvPr/>
      </p:nvGrpSpPr>
      <p:grpSpPr>
        <a:xfrm>
          <a:off x="0" y="0"/>
          <a:ext cx="0" cy="0"/>
          <a:chOff x="0" y="0"/>
          <a:chExt cx="0" cy="0"/>
        </a:xfrm>
      </p:grpSpPr>
      <p:sp>
        <p:nvSpPr>
          <p:cNvPr id="1673" name="Google Shape;1673;g3a546d5887e_5_1815"/>
          <p:cNvSpPr/>
          <p:nvPr/>
        </p:nvSpPr>
        <p:spPr>
          <a:xfrm>
            <a:off x="-1345042" y="8050920"/>
            <a:ext cx="4783200" cy="47832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674" name="Google Shape;1674;g3a546d5887e_5_1815"/>
          <p:cNvGrpSpPr/>
          <p:nvPr/>
        </p:nvGrpSpPr>
        <p:grpSpPr>
          <a:xfrm rot="10800000">
            <a:off x="258522" y="-4311809"/>
            <a:ext cx="1765185" cy="5340316"/>
            <a:chOff x="1825573" y="1896181"/>
            <a:chExt cx="964529" cy="2918046"/>
          </a:xfrm>
        </p:grpSpPr>
        <p:sp>
          <p:nvSpPr>
            <p:cNvPr id="1675" name="Google Shape;1675;g3a546d5887e_5_1815"/>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676" name="Google Shape;1676;g3a546d5887e_5_1815"/>
            <p:cNvGrpSpPr/>
            <p:nvPr/>
          </p:nvGrpSpPr>
          <p:grpSpPr>
            <a:xfrm>
              <a:off x="2001780" y="2072389"/>
              <a:ext cx="612115" cy="2698299"/>
              <a:chOff x="1718105" y="2072389"/>
              <a:chExt cx="612115" cy="2698299"/>
            </a:xfrm>
          </p:grpSpPr>
          <p:sp>
            <p:nvSpPr>
              <p:cNvPr id="1677" name="Google Shape;1677;g3a546d5887e_5_1815"/>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8" name="Google Shape;1678;g3a546d5887e_5_1815"/>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79" name="Google Shape;1679;g3a546d5887e_5_1815"/>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0" name="Google Shape;1680;g3a546d5887e_5_1815"/>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1" name="Google Shape;1681;g3a546d5887e_5_1815"/>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2" name="Google Shape;1682;g3a546d5887e_5_1815"/>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3" name="Google Shape;1683;g3a546d5887e_5_1815"/>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4" name="Google Shape;1684;g3a546d5887e_5_1815"/>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5" name="Google Shape;1685;g3a546d5887e_5_1815"/>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6" name="Google Shape;1686;g3a546d5887e_5_1815"/>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7" name="Google Shape;1687;g3a546d5887e_5_1815"/>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8" name="Google Shape;1688;g3a546d5887e_5_1815"/>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89" name="Google Shape;1689;g3a546d5887e_5_1815"/>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0" name="Google Shape;1690;g3a546d5887e_5_1815"/>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1" name="Google Shape;1691;g3a546d5887e_5_1815"/>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2" name="Google Shape;1692;g3a546d5887e_5_1815"/>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3" name="Google Shape;1693;g3a546d5887e_5_1815"/>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4" name="Google Shape;1694;g3a546d5887e_5_1815"/>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5" name="Google Shape;1695;g3a546d5887e_5_1815"/>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6" name="Google Shape;1696;g3a546d5887e_5_1815"/>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7" name="Google Shape;1697;g3a546d5887e_5_1815"/>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8" name="Google Shape;1698;g3a546d5887e_5_1815"/>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699" name="Google Shape;1699;g3a546d5887e_5_1815"/>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0" name="Google Shape;1700;g3a546d5887e_5_1815"/>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1" name="Google Shape;1701;g3a546d5887e_5_1815"/>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2" name="Google Shape;1702;g3a546d5887e_5_1815"/>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3" name="Google Shape;1703;g3a546d5887e_5_1815"/>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4" name="Google Shape;1704;g3a546d5887e_5_1815"/>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5" name="Google Shape;1705;g3a546d5887e_5_1815"/>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6" name="Google Shape;1706;g3a546d5887e_5_1815"/>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7" name="Google Shape;1707;g3a546d5887e_5_1815"/>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8" name="Google Shape;1708;g3a546d5887e_5_1815"/>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09" name="Google Shape;1709;g3a546d5887e_5_1815"/>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0" name="Google Shape;1710;g3a546d5887e_5_1815"/>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1" name="Google Shape;1711;g3a546d5887e_5_1815"/>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2" name="Google Shape;1712;g3a546d5887e_5_1815"/>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3" name="Google Shape;1713;g3a546d5887e_5_1815"/>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4" name="Google Shape;1714;g3a546d5887e_5_1815"/>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5" name="Google Shape;1715;g3a546d5887e_5_1815"/>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6" name="Google Shape;1716;g3a546d5887e_5_1815"/>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7" name="Google Shape;1717;g3a546d5887e_5_1815"/>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8" name="Google Shape;1718;g3a546d5887e_5_1815"/>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19" name="Google Shape;1719;g3a546d5887e_5_1815"/>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0" name="Google Shape;1720;g3a546d5887e_5_1815"/>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1" name="Google Shape;1721;g3a546d5887e_5_1815"/>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2" name="Google Shape;1722;g3a546d5887e_5_1815"/>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3" name="Google Shape;1723;g3a546d5887e_5_1815"/>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4" name="Google Shape;1724;g3a546d5887e_5_1815"/>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5" name="Google Shape;1725;g3a546d5887e_5_1815"/>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6" name="Google Shape;1726;g3a546d5887e_5_1815"/>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27" name="Google Shape;1727;g3a546d5887e_5_1815"/>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728" name="Google Shape;1728;g3a546d5887e_5_1815"/>
          <p:cNvGrpSpPr/>
          <p:nvPr/>
        </p:nvGrpSpPr>
        <p:grpSpPr>
          <a:xfrm flipH="1">
            <a:off x="11120313" y="2405539"/>
            <a:ext cx="6630222" cy="10567760"/>
            <a:chOff x="1336575" y="1389950"/>
            <a:chExt cx="1583450" cy="2523825"/>
          </a:xfrm>
        </p:grpSpPr>
        <p:sp>
          <p:nvSpPr>
            <p:cNvPr id="1729" name="Google Shape;1729;g3a546d5887e_5_1815"/>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0" name="Google Shape;1730;g3a546d5887e_5_1815"/>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1" name="Google Shape;1731;g3a546d5887e_5_1815"/>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2" name="Google Shape;1732;g3a546d5887e_5_1815"/>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3" name="Google Shape;1733;g3a546d5887e_5_1815"/>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4" name="Google Shape;1734;g3a546d5887e_5_1815"/>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5" name="Google Shape;1735;g3a546d5887e_5_1815"/>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6" name="Google Shape;1736;g3a546d5887e_5_1815"/>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7" name="Google Shape;1737;g3a546d5887e_5_1815"/>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8" name="Google Shape;1738;g3a546d5887e_5_1815"/>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39" name="Google Shape;1739;g3a546d5887e_5_1815"/>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0" name="Google Shape;1740;g3a546d5887e_5_1815"/>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1" name="Google Shape;1741;g3a546d5887e_5_1815"/>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2" name="Google Shape;1742;g3a546d5887e_5_1815"/>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3" name="Google Shape;1743;g3a546d5887e_5_1815"/>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4" name="Google Shape;1744;g3a546d5887e_5_1815"/>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5" name="Google Shape;1745;g3a546d5887e_5_1815"/>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6" name="Google Shape;1746;g3a546d5887e_5_1815"/>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7" name="Google Shape;1747;g3a546d5887e_5_1815"/>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8" name="Google Shape;1748;g3a546d5887e_5_1815"/>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49" name="Google Shape;1749;g3a546d5887e_5_1815"/>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0" name="Google Shape;1750;g3a546d5887e_5_1815"/>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1" name="Google Shape;1751;g3a546d5887e_5_1815"/>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2" name="Google Shape;1752;g3a546d5887e_5_1815"/>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3" name="Google Shape;1753;g3a546d5887e_5_1815"/>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4" name="Google Shape;1754;g3a546d5887e_5_1815"/>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5" name="Google Shape;1755;g3a546d5887e_5_1815"/>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6" name="Google Shape;1756;g3a546d5887e_5_1815"/>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7" name="Google Shape;1757;g3a546d5887e_5_1815"/>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8" name="Google Shape;1758;g3a546d5887e_5_1815"/>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59" name="Google Shape;1759;g3a546d5887e_5_1815"/>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0" name="Google Shape;1760;g3a546d5887e_5_1815"/>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1" name="Google Shape;1761;g3a546d5887e_5_1815"/>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2" name="Google Shape;1762;g3a546d5887e_5_1815"/>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3" name="Google Shape;1763;g3a546d5887e_5_1815"/>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4" name="Google Shape;1764;g3a546d5887e_5_1815"/>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5" name="Google Shape;1765;g3a546d5887e_5_1815"/>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66" name="Google Shape;1766;g3a546d5887e_5_1815"/>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67" name="Google Shape;1767;g3a546d5887e_5_1815"/>
          <p:cNvGrpSpPr/>
          <p:nvPr/>
        </p:nvGrpSpPr>
        <p:grpSpPr>
          <a:xfrm>
            <a:off x="736481" y="7220944"/>
            <a:ext cx="809363" cy="1008661"/>
            <a:chOff x="666101" y="2406765"/>
            <a:chExt cx="505852" cy="630413"/>
          </a:xfrm>
        </p:grpSpPr>
        <p:grpSp>
          <p:nvGrpSpPr>
            <p:cNvPr id="1768" name="Google Shape;1768;g3a546d5887e_5_1815"/>
            <p:cNvGrpSpPr/>
            <p:nvPr/>
          </p:nvGrpSpPr>
          <p:grpSpPr>
            <a:xfrm>
              <a:off x="1005171" y="2632603"/>
              <a:ext cx="166782" cy="404575"/>
              <a:chOff x="3816313" y="1611982"/>
              <a:chExt cx="1212958" cy="2940225"/>
            </a:xfrm>
          </p:grpSpPr>
          <p:sp>
            <p:nvSpPr>
              <p:cNvPr id="1769" name="Google Shape;1769;g3a546d5887e_5_181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0" name="Google Shape;1770;g3a546d5887e_5_181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1" name="Google Shape;1771;g3a546d5887e_5_181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72" name="Google Shape;1772;g3a546d5887e_5_1815"/>
            <p:cNvGrpSpPr/>
            <p:nvPr/>
          </p:nvGrpSpPr>
          <p:grpSpPr>
            <a:xfrm>
              <a:off x="666101" y="2406765"/>
              <a:ext cx="259816" cy="630384"/>
              <a:chOff x="3816313" y="1611982"/>
              <a:chExt cx="1212958" cy="2940225"/>
            </a:xfrm>
          </p:grpSpPr>
          <p:sp>
            <p:nvSpPr>
              <p:cNvPr id="1773" name="Google Shape;1773;g3a546d5887e_5_181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4" name="Google Shape;1774;g3a546d5887e_5_181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75" name="Google Shape;1775;g3a546d5887e_5_181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776" name="Google Shape;1776;g3a546d5887e_5_1815"/>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77" name="Google Shape;1777;g3a546d5887e_5_1815"/>
          <p:cNvSpPr txBox="1"/>
          <p:nvPr>
            <p:ph idx="1" type="subTitle"/>
          </p:nvPr>
        </p:nvSpPr>
        <p:spPr>
          <a:xfrm>
            <a:off x="1141160" y="1489181"/>
            <a:ext cx="123375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Char char="●"/>
              <a:defRPr/>
            </a:lvl1pPr>
            <a:lvl2pPr lvl="1" algn="ctr">
              <a:lnSpc>
                <a:spcPct val="100000"/>
              </a:lnSpc>
              <a:spcBef>
                <a:spcPts val="0"/>
              </a:spcBef>
              <a:spcAft>
                <a:spcPts val="0"/>
              </a:spcAft>
              <a:buSzPts val="1900"/>
              <a:buChar char="○"/>
              <a:defRPr/>
            </a:lvl2pPr>
            <a:lvl3pPr lvl="2" algn="ctr">
              <a:lnSpc>
                <a:spcPct val="100000"/>
              </a:lnSpc>
              <a:spcBef>
                <a:spcPts val="2600"/>
              </a:spcBef>
              <a:spcAft>
                <a:spcPts val="0"/>
              </a:spcAft>
              <a:buSzPts val="1900"/>
              <a:buChar char="■"/>
              <a:defRPr/>
            </a:lvl3pPr>
            <a:lvl4pPr lvl="3" algn="ctr">
              <a:lnSpc>
                <a:spcPct val="100000"/>
              </a:lnSpc>
              <a:spcBef>
                <a:spcPts val="2600"/>
              </a:spcBef>
              <a:spcAft>
                <a:spcPts val="0"/>
              </a:spcAft>
              <a:buSzPts val="1900"/>
              <a:buChar char="●"/>
              <a:defRPr/>
            </a:lvl4pPr>
            <a:lvl5pPr lvl="4" algn="ctr">
              <a:lnSpc>
                <a:spcPct val="100000"/>
              </a:lnSpc>
              <a:spcBef>
                <a:spcPts val="2600"/>
              </a:spcBef>
              <a:spcAft>
                <a:spcPts val="0"/>
              </a:spcAft>
              <a:buSzPts val="1900"/>
              <a:buChar char="○"/>
              <a:defRPr/>
            </a:lvl5pPr>
            <a:lvl6pPr lvl="5" algn="ctr">
              <a:lnSpc>
                <a:spcPct val="100000"/>
              </a:lnSpc>
              <a:spcBef>
                <a:spcPts val="2600"/>
              </a:spcBef>
              <a:spcAft>
                <a:spcPts val="0"/>
              </a:spcAft>
              <a:buSzPts val="1900"/>
              <a:buChar char="■"/>
              <a:defRPr/>
            </a:lvl6pPr>
            <a:lvl7pPr lvl="6" algn="ctr">
              <a:lnSpc>
                <a:spcPct val="100000"/>
              </a:lnSpc>
              <a:spcBef>
                <a:spcPts val="2600"/>
              </a:spcBef>
              <a:spcAft>
                <a:spcPts val="0"/>
              </a:spcAft>
              <a:buSzPts val="1900"/>
              <a:buChar char="●"/>
              <a:defRPr/>
            </a:lvl7pPr>
            <a:lvl8pPr lvl="7" algn="ctr">
              <a:lnSpc>
                <a:spcPct val="100000"/>
              </a:lnSpc>
              <a:spcBef>
                <a:spcPts val="2600"/>
              </a:spcBef>
              <a:spcAft>
                <a:spcPts val="0"/>
              </a:spcAft>
              <a:buSzPts val="1900"/>
              <a:buChar char="○"/>
              <a:defRPr/>
            </a:lvl8pPr>
            <a:lvl9pPr lvl="8" algn="ctr">
              <a:lnSpc>
                <a:spcPct val="100000"/>
              </a:lnSpc>
              <a:spcBef>
                <a:spcPts val="2600"/>
              </a:spcBef>
              <a:spcAft>
                <a:spcPts val="2600"/>
              </a:spcAft>
              <a:buSzPts val="1900"/>
              <a:buChar char="■"/>
              <a:defRPr/>
            </a:lvl9pPr>
          </a:lstStyle>
          <a:p/>
        </p:txBody>
      </p:sp>
      <p:grpSp>
        <p:nvGrpSpPr>
          <p:cNvPr id="1778" name="Google Shape;1778;g3a546d5887e_5_1815"/>
          <p:cNvGrpSpPr/>
          <p:nvPr/>
        </p:nvGrpSpPr>
        <p:grpSpPr>
          <a:xfrm>
            <a:off x="13189502" y="6920512"/>
            <a:ext cx="599451" cy="741040"/>
            <a:chOff x="8243489" y="4050570"/>
            <a:chExt cx="374657" cy="463150"/>
          </a:xfrm>
        </p:grpSpPr>
        <p:sp>
          <p:nvSpPr>
            <p:cNvPr id="1779" name="Google Shape;1779;g3a546d5887e_5_1815"/>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0" name="Google Shape;1780;g3a546d5887e_5_1815"/>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781" name="Google Shape;1781;g3a546d5887e_5_181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1782" name="Shape 1782"/>
        <p:cNvGrpSpPr/>
        <p:nvPr/>
      </p:nvGrpSpPr>
      <p:grpSpPr>
        <a:xfrm>
          <a:off x="0" y="0"/>
          <a:ext cx="0" cy="0"/>
          <a:chOff x="0" y="0"/>
          <a:chExt cx="0" cy="0"/>
        </a:xfrm>
      </p:grpSpPr>
      <p:sp>
        <p:nvSpPr>
          <p:cNvPr id="1783" name="Google Shape;1783;g3a546d5887e_5_1924"/>
          <p:cNvSpPr txBox="1"/>
          <p:nvPr>
            <p:ph type="title"/>
          </p:nvPr>
        </p:nvSpPr>
        <p:spPr>
          <a:xfrm>
            <a:off x="1152000" y="590120"/>
            <a:ext cx="12326400" cy="9162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84" name="Google Shape;1784;g3a546d5887e_5_1924"/>
          <p:cNvSpPr txBox="1"/>
          <p:nvPr>
            <p:ph idx="1" type="subTitle"/>
          </p:nvPr>
        </p:nvSpPr>
        <p:spPr>
          <a:xfrm>
            <a:off x="1141160" y="2148080"/>
            <a:ext cx="6120600" cy="3955200"/>
          </a:xfrm>
          <a:prstGeom prst="rect">
            <a:avLst/>
          </a:prstGeom>
          <a:noFill/>
          <a:ln>
            <a:noFill/>
          </a:ln>
        </p:spPr>
        <p:txBody>
          <a:bodyPr anchorCtr="0" anchor="t" bIns="146275" lIns="146275" spcFirstLastPara="1" rIns="146275" wrap="square" tIns="146275">
            <a:noAutofit/>
          </a:bodyPr>
          <a:lstStyle>
            <a:lvl1pPr lvl="0" algn="l">
              <a:lnSpc>
                <a:spcPct val="100000"/>
              </a:lnSpc>
              <a:spcBef>
                <a:spcPts val="0"/>
              </a:spcBef>
              <a:spcAft>
                <a:spcPts val="0"/>
              </a:spcAft>
              <a:buSzPts val="1900"/>
              <a:buChar char="●"/>
              <a:defRPr/>
            </a:lvl1pPr>
            <a:lvl2pPr lvl="1" algn="ctr">
              <a:lnSpc>
                <a:spcPct val="100000"/>
              </a:lnSpc>
              <a:spcBef>
                <a:spcPts val="0"/>
              </a:spcBef>
              <a:spcAft>
                <a:spcPts val="0"/>
              </a:spcAft>
              <a:buSzPts val="1900"/>
              <a:buChar char="○"/>
              <a:defRPr/>
            </a:lvl2pPr>
            <a:lvl3pPr lvl="2" algn="ctr">
              <a:lnSpc>
                <a:spcPct val="100000"/>
              </a:lnSpc>
              <a:spcBef>
                <a:spcPts val="2600"/>
              </a:spcBef>
              <a:spcAft>
                <a:spcPts val="0"/>
              </a:spcAft>
              <a:buSzPts val="1900"/>
              <a:buChar char="■"/>
              <a:defRPr/>
            </a:lvl3pPr>
            <a:lvl4pPr lvl="3" algn="ctr">
              <a:lnSpc>
                <a:spcPct val="100000"/>
              </a:lnSpc>
              <a:spcBef>
                <a:spcPts val="2600"/>
              </a:spcBef>
              <a:spcAft>
                <a:spcPts val="0"/>
              </a:spcAft>
              <a:buSzPts val="1900"/>
              <a:buChar char="●"/>
              <a:defRPr/>
            </a:lvl4pPr>
            <a:lvl5pPr lvl="4" algn="ctr">
              <a:lnSpc>
                <a:spcPct val="100000"/>
              </a:lnSpc>
              <a:spcBef>
                <a:spcPts val="2600"/>
              </a:spcBef>
              <a:spcAft>
                <a:spcPts val="0"/>
              </a:spcAft>
              <a:buSzPts val="1900"/>
              <a:buChar char="○"/>
              <a:defRPr/>
            </a:lvl5pPr>
            <a:lvl6pPr lvl="5" algn="ctr">
              <a:lnSpc>
                <a:spcPct val="100000"/>
              </a:lnSpc>
              <a:spcBef>
                <a:spcPts val="2600"/>
              </a:spcBef>
              <a:spcAft>
                <a:spcPts val="0"/>
              </a:spcAft>
              <a:buSzPts val="1900"/>
              <a:buChar char="■"/>
              <a:defRPr/>
            </a:lvl6pPr>
            <a:lvl7pPr lvl="6" algn="ctr">
              <a:lnSpc>
                <a:spcPct val="100000"/>
              </a:lnSpc>
              <a:spcBef>
                <a:spcPts val="2600"/>
              </a:spcBef>
              <a:spcAft>
                <a:spcPts val="0"/>
              </a:spcAft>
              <a:buSzPts val="1900"/>
              <a:buChar char="●"/>
              <a:defRPr/>
            </a:lvl7pPr>
            <a:lvl8pPr lvl="7" algn="ctr">
              <a:lnSpc>
                <a:spcPct val="100000"/>
              </a:lnSpc>
              <a:spcBef>
                <a:spcPts val="2600"/>
              </a:spcBef>
              <a:spcAft>
                <a:spcPts val="0"/>
              </a:spcAft>
              <a:buSzPts val="1900"/>
              <a:buChar char="○"/>
              <a:defRPr/>
            </a:lvl8pPr>
            <a:lvl9pPr lvl="8" algn="ctr">
              <a:lnSpc>
                <a:spcPct val="100000"/>
              </a:lnSpc>
              <a:spcBef>
                <a:spcPts val="2600"/>
              </a:spcBef>
              <a:spcAft>
                <a:spcPts val="2600"/>
              </a:spcAft>
              <a:buSzPts val="1900"/>
              <a:buChar char="■"/>
              <a:defRPr/>
            </a:lvl9pPr>
          </a:lstStyle>
          <a:p/>
        </p:txBody>
      </p:sp>
      <p:grpSp>
        <p:nvGrpSpPr>
          <p:cNvPr id="1785" name="Google Shape;1785;g3a546d5887e_5_1924"/>
          <p:cNvGrpSpPr/>
          <p:nvPr/>
        </p:nvGrpSpPr>
        <p:grpSpPr>
          <a:xfrm>
            <a:off x="-2174800" y="-659840"/>
            <a:ext cx="3326800" cy="2884000"/>
            <a:chOff x="349725" y="59275"/>
            <a:chExt cx="2079250" cy="1802500"/>
          </a:xfrm>
        </p:grpSpPr>
        <p:sp>
          <p:nvSpPr>
            <p:cNvPr id="1786" name="Google Shape;1786;g3a546d5887e_5_1924"/>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87" name="Google Shape;1787;g3a546d5887e_5_1924"/>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88" name="Google Shape;1788;g3a546d5887e_5_1924"/>
          <p:cNvGrpSpPr/>
          <p:nvPr/>
        </p:nvGrpSpPr>
        <p:grpSpPr>
          <a:xfrm>
            <a:off x="541202" y="7221059"/>
            <a:ext cx="1200058" cy="1008709"/>
            <a:chOff x="1507450" y="3919292"/>
            <a:chExt cx="953486" cy="801453"/>
          </a:xfrm>
        </p:grpSpPr>
        <p:grpSp>
          <p:nvGrpSpPr>
            <p:cNvPr id="1789" name="Google Shape;1789;g3a546d5887e_5_1924"/>
            <p:cNvGrpSpPr/>
            <p:nvPr/>
          </p:nvGrpSpPr>
          <p:grpSpPr>
            <a:xfrm>
              <a:off x="1806987" y="3919292"/>
              <a:ext cx="441906" cy="801453"/>
              <a:chOff x="3816307" y="2352225"/>
              <a:chExt cx="1213027" cy="2199982"/>
            </a:xfrm>
          </p:grpSpPr>
          <p:sp>
            <p:nvSpPr>
              <p:cNvPr id="1790" name="Google Shape;1790;g3a546d5887e_5_19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1" name="Google Shape;1791;g3a546d5887e_5_19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2" name="Google Shape;1792;g3a546d5887e_5_19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93" name="Google Shape;1793;g3a546d5887e_5_1924"/>
            <p:cNvGrpSpPr/>
            <p:nvPr/>
          </p:nvGrpSpPr>
          <p:grpSpPr>
            <a:xfrm>
              <a:off x="2248899" y="4334549"/>
              <a:ext cx="212037" cy="384777"/>
              <a:chOff x="3816307" y="2352225"/>
              <a:chExt cx="1213027" cy="2199982"/>
            </a:xfrm>
          </p:grpSpPr>
          <p:sp>
            <p:nvSpPr>
              <p:cNvPr id="1794" name="Google Shape;1794;g3a546d5887e_5_19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5" name="Google Shape;1795;g3a546d5887e_5_19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6" name="Google Shape;1796;g3a546d5887e_5_19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797" name="Google Shape;1797;g3a546d5887e_5_1924"/>
            <p:cNvGrpSpPr/>
            <p:nvPr/>
          </p:nvGrpSpPr>
          <p:grpSpPr>
            <a:xfrm>
              <a:off x="1507450" y="4205080"/>
              <a:ext cx="212025" cy="514245"/>
              <a:chOff x="3816313" y="1611982"/>
              <a:chExt cx="1212958" cy="2940225"/>
            </a:xfrm>
          </p:grpSpPr>
          <p:sp>
            <p:nvSpPr>
              <p:cNvPr id="1798" name="Google Shape;1798;g3a546d5887e_5_192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799" name="Google Shape;1799;g3a546d5887e_5_192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00" name="Google Shape;1800;g3a546d5887e_5_192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801" name="Google Shape;1801;g3a546d5887e_5_192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02" name="Shape 1802"/>
        <p:cNvGrpSpPr/>
        <p:nvPr/>
      </p:nvGrpSpPr>
      <p:grpSpPr>
        <a:xfrm>
          <a:off x="0" y="0"/>
          <a:ext cx="0" cy="0"/>
          <a:chOff x="0" y="0"/>
          <a:chExt cx="0" cy="0"/>
        </a:xfrm>
      </p:grpSpPr>
      <p:sp>
        <p:nvSpPr>
          <p:cNvPr id="1803" name="Google Shape;1803;g3a546d5887e_5_1943"/>
          <p:cNvSpPr txBox="1"/>
          <p:nvPr>
            <p:ph type="title"/>
          </p:nvPr>
        </p:nvSpPr>
        <p:spPr>
          <a:xfrm>
            <a:off x="3708720" y="2091360"/>
            <a:ext cx="7212900" cy="4047000"/>
          </a:xfrm>
          <a:prstGeom prst="rect">
            <a:avLst/>
          </a:prstGeom>
          <a:noFill/>
          <a:ln>
            <a:noFill/>
          </a:ln>
        </p:spPr>
        <p:txBody>
          <a:bodyPr anchorCtr="0" anchor="ctr" bIns="146275" lIns="146275" spcFirstLastPara="1" rIns="146275" wrap="square" tIns="146275">
            <a:noAutofit/>
          </a:bodyPr>
          <a:lstStyle>
            <a:lvl1pPr lvl="0" algn="ctr">
              <a:lnSpc>
                <a:spcPct val="80000"/>
              </a:lnSpc>
              <a:spcBef>
                <a:spcPts val="0"/>
              </a:spcBef>
              <a:spcAft>
                <a:spcPts val="0"/>
              </a:spcAft>
              <a:buSzPts val="7700"/>
              <a:buNone/>
              <a:defRPr sz="16000"/>
            </a:lvl1pPr>
            <a:lvl2pPr lvl="1" algn="l">
              <a:lnSpc>
                <a:spcPct val="100000"/>
              </a:lnSpc>
              <a:spcBef>
                <a:spcPts val="0"/>
              </a:spcBef>
              <a:spcAft>
                <a:spcPts val="0"/>
              </a:spcAft>
              <a:buSzPts val="7700"/>
              <a:buNone/>
              <a:defRPr sz="7700"/>
            </a:lvl2pPr>
            <a:lvl3pPr lvl="2" algn="l">
              <a:lnSpc>
                <a:spcPct val="100000"/>
              </a:lnSpc>
              <a:spcBef>
                <a:spcPts val="0"/>
              </a:spcBef>
              <a:spcAft>
                <a:spcPts val="0"/>
              </a:spcAft>
              <a:buSzPts val="7700"/>
              <a:buNone/>
              <a:defRPr sz="7700"/>
            </a:lvl3pPr>
            <a:lvl4pPr lvl="3" algn="l">
              <a:lnSpc>
                <a:spcPct val="100000"/>
              </a:lnSpc>
              <a:spcBef>
                <a:spcPts val="0"/>
              </a:spcBef>
              <a:spcAft>
                <a:spcPts val="0"/>
              </a:spcAft>
              <a:buSzPts val="7700"/>
              <a:buNone/>
              <a:defRPr sz="7700"/>
            </a:lvl4pPr>
            <a:lvl5pPr lvl="4" algn="l">
              <a:lnSpc>
                <a:spcPct val="100000"/>
              </a:lnSpc>
              <a:spcBef>
                <a:spcPts val="0"/>
              </a:spcBef>
              <a:spcAft>
                <a:spcPts val="0"/>
              </a:spcAft>
              <a:buSzPts val="7700"/>
              <a:buNone/>
              <a:defRPr sz="7700"/>
            </a:lvl5pPr>
            <a:lvl6pPr lvl="5" algn="l">
              <a:lnSpc>
                <a:spcPct val="100000"/>
              </a:lnSpc>
              <a:spcBef>
                <a:spcPts val="0"/>
              </a:spcBef>
              <a:spcAft>
                <a:spcPts val="0"/>
              </a:spcAft>
              <a:buSzPts val="7700"/>
              <a:buNone/>
              <a:defRPr sz="7700"/>
            </a:lvl6pPr>
            <a:lvl7pPr lvl="6" algn="l">
              <a:lnSpc>
                <a:spcPct val="100000"/>
              </a:lnSpc>
              <a:spcBef>
                <a:spcPts val="0"/>
              </a:spcBef>
              <a:spcAft>
                <a:spcPts val="0"/>
              </a:spcAft>
              <a:buSzPts val="7700"/>
              <a:buNone/>
              <a:defRPr sz="7700"/>
            </a:lvl7pPr>
            <a:lvl8pPr lvl="7" algn="l">
              <a:lnSpc>
                <a:spcPct val="100000"/>
              </a:lnSpc>
              <a:spcBef>
                <a:spcPts val="0"/>
              </a:spcBef>
              <a:spcAft>
                <a:spcPts val="0"/>
              </a:spcAft>
              <a:buSzPts val="7700"/>
              <a:buNone/>
              <a:defRPr sz="7700"/>
            </a:lvl8pPr>
            <a:lvl9pPr lvl="8" algn="l">
              <a:lnSpc>
                <a:spcPct val="100000"/>
              </a:lnSpc>
              <a:spcBef>
                <a:spcPts val="0"/>
              </a:spcBef>
              <a:spcAft>
                <a:spcPts val="0"/>
              </a:spcAft>
              <a:buSzPts val="7700"/>
              <a:buNone/>
              <a:defRPr sz="7700"/>
            </a:lvl9pPr>
          </a:lstStyle>
          <a:p/>
        </p:txBody>
      </p:sp>
      <p:sp>
        <p:nvSpPr>
          <p:cNvPr id="1804" name="Google Shape;1804;g3a546d5887e_5_194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5" name="Shape 1805"/>
        <p:cNvGrpSpPr/>
        <p:nvPr/>
      </p:nvGrpSpPr>
      <p:grpSpPr>
        <a:xfrm>
          <a:off x="0" y="0"/>
          <a:ext cx="0" cy="0"/>
          <a:chOff x="0" y="0"/>
          <a:chExt cx="0" cy="0"/>
        </a:xfrm>
      </p:grpSpPr>
      <p:sp>
        <p:nvSpPr>
          <p:cNvPr id="1806" name="Google Shape;1806;g3a546d5887e_5_1945"/>
          <p:cNvSpPr txBox="1"/>
          <p:nvPr>
            <p:ph type="title"/>
          </p:nvPr>
        </p:nvSpPr>
        <p:spPr>
          <a:xfrm>
            <a:off x="3416880" y="1902560"/>
            <a:ext cx="7796700" cy="3143100"/>
          </a:xfrm>
          <a:prstGeom prst="rect">
            <a:avLst/>
          </a:prstGeom>
          <a:noFill/>
          <a:ln>
            <a:noFill/>
          </a:ln>
        </p:spPr>
        <p:txBody>
          <a:bodyPr anchorCtr="0" anchor="ctr" bIns="146275" lIns="146275" spcFirstLastPara="1" rIns="146275" wrap="square" tIns="146275">
            <a:noAutofit/>
          </a:bodyPr>
          <a:lstStyle>
            <a:lvl1pPr lvl="0" algn="ctr">
              <a:lnSpc>
                <a:spcPct val="100000"/>
              </a:lnSpc>
              <a:spcBef>
                <a:spcPts val="0"/>
              </a:spcBef>
              <a:spcAft>
                <a:spcPts val="0"/>
              </a:spcAft>
              <a:buSzPts val="4800"/>
              <a:buNone/>
              <a:defRPr sz="24000"/>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807" name="Google Shape;1807;g3a546d5887e_5_1945"/>
          <p:cNvSpPr txBox="1"/>
          <p:nvPr>
            <p:ph idx="1" type="subTitle"/>
          </p:nvPr>
        </p:nvSpPr>
        <p:spPr>
          <a:xfrm>
            <a:off x="3416880" y="5045600"/>
            <a:ext cx="7796700" cy="1073700"/>
          </a:xfrm>
          <a:prstGeom prst="rect">
            <a:avLst/>
          </a:prstGeom>
          <a:no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1900"/>
              <a:buNone/>
              <a:defRPr sz="2600"/>
            </a:lvl1pPr>
            <a:lvl2pPr lvl="1" algn="ctr">
              <a:lnSpc>
                <a:spcPct val="100000"/>
              </a:lnSpc>
              <a:spcBef>
                <a:spcPts val="0"/>
              </a:spcBef>
              <a:spcAft>
                <a:spcPts val="0"/>
              </a:spcAft>
              <a:buSzPts val="1900"/>
              <a:buNone/>
              <a:defRPr/>
            </a:lvl2pPr>
            <a:lvl3pPr lvl="2" algn="ctr">
              <a:lnSpc>
                <a:spcPct val="100000"/>
              </a:lnSpc>
              <a:spcBef>
                <a:spcPts val="2600"/>
              </a:spcBef>
              <a:spcAft>
                <a:spcPts val="0"/>
              </a:spcAft>
              <a:buSzPts val="1900"/>
              <a:buNone/>
              <a:defRPr/>
            </a:lvl3pPr>
            <a:lvl4pPr lvl="3" algn="ctr">
              <a:lnSpc>
                <a:spcPct val="100000"/>
              </a:lnSpc>
              <a:spcBef>
                <a:spcPts val="2600"/>
              </a:spcBef>
              <a:spcAft>
                <a:spcPts val="0"/>
              </a:spcAft>
              <a:buSzPts val="1900"/>
              <a:buNone/>
              <a:defRPr/>
            </a:lvl4pPr>
            <a:lvl5pPr lvl="4" algn="ctr">
              <a:lnSpc>
                <a:spcPct val="100000"/>
              </a:lnSpc>
              <a:spcBef>
                <a:spcPts val="2600"/>
              </a:spcBef>
              <a:spcAft>
                <a:spcPts val="0"/>
              </a:spcAft>
              <a:buSzPts val="1900"/>
              <a:buNone/>
              <a:defRPr/>
            </a:lvl5pPr>
            <a:lvl6pPr lvl="5" algn="ctr">
              <a:lnSpc>
                <a:spcPct val="100000"/>
              </a:lnSpc>
              <a:spcBef>
                <a:spcPts val="2600"/>
              </a:spcBef>
              <a:spcAft>
                <a:spcPts val="0"/>
              </a:spcAft>
              <a:buSzPts val="1900"/>
              <a:buNone/>
              <a:defRPr/>
            </a:lvl6pPr>
            <a:lvl7pPr lvl="6" algn="ctr">
              <a:lnSpc>
                <a:spcPct val="100000"/>
              </a:lnSpc>
              <a:spcBef>
                <a:spcPts val="2600"/>
              </a:spcBef>
              <a:spcAft>
                <a:spcPts val="0"/>
              </a:spcAft>
              <a:buSzPts val="1900"/>
              <a:buNone/>
              <a:defRPr/>
            </a:lvl7pPr>
            <a:lvl8pPr lvl="7" algn="ctr">
              <a:lnSpc>
                <a:spcPct val="100000"/>
              </a:lnSpc>
              <a:spcBef>
                <a:spcPts val="2600"/>
              </a:spcBef>
              <a:spcAft>
                <a:spcPts val="0"/>
              </a:spcAft>
              <a:buSzPts val="1900"/>
              <a:buNone/>
              <a:defRPr/>
            </a:lvl8pPr>
            <a:lvl9pPr lvl="8" algn="ctr">
              <a:lnSpc>
                <a:spcPct val="100000"/>
              </a:lnSpc>
              <a:spcBef>
                <a:spcPts val="2600"/>
              </a:spcBef>
              <a:spcAft>
                <a:spcPts val="2600"/>
              </a:spcAft>
              <a:buSzPts val="1900"/>
              <a:buNone/>
              <a:defRPr/>
            </a:lvl9pPr>
          </a:lstStyle>
          <a:p/>
        </p:txBody>
      </p:sp>
      <p:sp>
        <p:nvSpPr>
          <p:cNvPr id="1808" name="Google Shape;1808;g3a546d5887e_5_194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9" name="Shape 1809"/>
        <p:cNvGrpSpPr/>
        <p:nvPr/>
      </p:nvGrpSpPr>
      <p:grpSpPr>
        <a:xfrm>
          <a:off x="0" y="0"/>
          <a:ext cx="0" cy="0"/>
          <a:chOff x="0" y="0"/>
          <a:chExt cx="0" cy="0"/>
        </a:xfrm>
      </p:grpSpPr>
      <p:sp>
        <p:nvSpPr>
          <p:cNvPr id="1810" name="Google Shape;1810;g3a546d5887e_5_1948"/>
          <p:cNvSpPr txBox="1"/>
          <p:nvPr>
            <p:ph type="title"/>
          </p:nvPr>
        </p:nvSpPr>
        <p:spPr>
          <a:xfrm>
            <a:off x="1152000" y="6423120"/>
            <a:ext cx="12326400" cy="916200"/>
          </a:xfrm>
          <a:prstGeom prst="rect">
            <a:avLst/>
          </a:prstGeom>
          <a:solidFill>
            <a:schemeClr val="accent5"/>
          </a:solidFill>
          <a:ln>
            <a:noFill/>
          </a:ln>
        </p:spPr>
        <p:txBody>
          <a:bodyPr anchorCtr="0" anchor="t" bIns="146275" lIns="146275" spcFirstLastPara="1" rIns="146275" wrap="square" tIns="146275">
            <a:noAutofit/>
          </a:bodyPr>
          <a:lstStyle>
            <a:lvl1pPr lvl="0" algn="ctr">
              <a:lnSpc>
                <a:spcPct val="100000"/>
              </a:lnSpc>
              <a:spcBef>
                <a:spcPts val="0"/>
              </a:spcBef>
              <a:spcAft>
                <a:spcPts val="0"/>
              </a:spcAft>
              <a:buSzPts val="4800"/>
              <a:buNone/>
              <a:defRPr/>
            </a:lvl1pPr>
            <a:lvl2pPr lvl="1" algn="ctr">
              <a:lnSpc>
                <a:spcPct val="100000"/>
              </a:lnSpc>
              <a:spcBef>
                <a:spcPts val="0"/>
              </a:spcBef>
              <a:spcAft>
                <a:spcPts val="0"/>
              </a:spcAft>
              <a:buSzPts val="5600"/>
              <a:buNone/>
              <a:defRPr/>
            </a:lvl2pPr>
            <a:lvl3pPr lvl="2" algn="ctr">
              <a:lnSpc>
                <a:spcPct val="100000"/>
              </a:lnSpc>
              <a:spcBef>
                <a:spcPts val="0"/>
              </a:spcBef>
              <a:spcAft>
                <a:spcPts val="0"/>
              </a:spcAft>
              <a:buSzPts val="5600"/>
              <a:buNone/>
              <a:defRPr/>
            </a:lvl3pPr>
            <a:lvl4pPr lvl="3" algn="ctr">
              <a:lnSpc>
                <a:spcPct val="100000"/>
              </a:lnSpc>
              <a:spcBef>
                <a:spcPts val="0"/>
              </a:spcBef>
              <a:spcAft>
                <a:spcPts val="0"/>
              </a:spcAft>
              <a:buSzPts val="5600"/>
              <a:buNone/>
              <a:defRPr/>
            </a:lvl4pPr>
            <a:lvl5pPr lvl="4" algn="ctr">
              <a:lnSpc>
                <a:spcPct val="100000"/>
              </a:lnSpc>
              <a:spcBef>
                <a:spcPts val="0"/>
              </a:spcBef>
              <a:spcAft>
                <a:spcPts val="0"/>
              </a:spcAft>
              <a:buSzPts val="5600"/>
              <a:buNone/>
              <a:defRPr/>
            </a:lvl5pPr>
            <a:lvl6pPr lvl="5" algn="ctr">
              <a:lnSpc>
                <a:spcPct val="100000"/>
              </a:lnSpc>
              <a:spcBef>
                <a:spcPts val="0"/>
              </a:spcBef>
              <a:spcAft>
                <a:spcPts val="0"/>
              </a:spcAft>
              <a:buSzPts val="5600"/>
              <a:buNone/>
              <a:defRPr/>
            </a:lvl6pPr>
            <a:lvl7pPr lvl="6" algn="ctr">
              <a:lnSpc>
                <a:spcPct val="100000"/>
              </a:lnSpc>
              <a:spcBef>
                <a:spcPts val="0"/>
              </a:spcBef>
              <a:spcAft>
                <a:spcPts val="0"/>
              </a:spcAft>
              <a:buSzPts val="5600"/>
              <a:buNone/>
              <a:defRPr/>
            </a:lvl7pPr>
            <a:lvl8pPr lvl="7" algn="ctr">
              <a:lnSpc>
                <a:spcPct val="100000"/>
              </a:lnSpc>
              <a:spcBef>
                <a:spcPts val="0"/>
              </a:spcBef>
              <a:spcAft>
                <a:spcPts val="0"/>
              </a:spcAft>
              <a:buSzPts val="5600"/>
              <a:buNone/>
              <a:defRPr/>
            </a:lvl8pPr>
            <a:lvl9pPr lvl="8" algn="ctr">
              <a:lnSpc>
                <a:spcPct val="100000"/>
              </a:lnSpc>
              <a:spcBef>
                <a:spcPts val="0"/>
              </a:spcBef>
              <a:spcAft>
                <a:spcPts val="0"/>
              </a:spcAft>
              <a:buSzPts val="5600"/>
              <a:buNone/>
              <a:defRPr/>
            </a:lvl9pPr>
          </a:lstStyle>
          <a:p/>
        </p:txBody>
      </p:sp>
      <p:sp>
        <p:nvSpPr>
          <p:cNvPr id="1811" name="Google Shape;1811;g3a546d5887e_5_194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812" name="Shape 1812"/>
        <p:cNvGrpSpPr/>
        <p:nvPr/>
      </p:nvGrpSpPr>
      <p:grpSpPr>
        <a:xfrm>
          <a:off x="0" y="0"/>
          <a:ext cx="0" cy="0"/>
          <a:chOff x="0" y="0"/>
          <a:chExt cx="0" cy="0"/>
        </a:xfrm>
      </p:grpSpPr>
      <p:sp>
        <p:nvSpPr>
          <p:cNvPr id="1813" name="Google Shape;1813;g3a546d5887e_5_195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14" name="Shape 1814"/>
        <p:cNvGrpSpPr/>
        <p:nvPr/>
      </p:nvGrpSpPr>
      <p:grpSpPr>
        <a:xfrm>
          <a:off x="0" y="0"/>
          <a:ext cx="0" cy="0"/>
          <a:chOff x="0" y="0"/>
          <a:chExt cx="0" cy="0"/>
        </a:xfrm>
      </p:grpSpPr>
      <p:sp>
        <p:nvSpPr>
          <p:cNvPr id="1815" name="Google Shape;1815;g3a546d5887e_5_1951"/>
          <p:cNvSpPr/>
          <p:nvPr/>
        </p:nvSpPr>
        <p:spPr>
          <a:xfrm flipH="1">
            <a:off x="-1313270" y="717070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816" name="Google Shape;1816;g3a546d5887e_5_1951"/>
          <p:cNvGrpSpPr/>
          <p:nvPr/>
        </p:nvGrpSpPr>
        <p:grpSpPr>
          <a:xfrm flipH="1">
            <a:off x="251288" y="6725046"/>
            <a:ext cx="1765185" cy="5340316"/>
            <a:chOff x="1825573" y="1896181"/>
            <a:chExt cx="964529" cy="2918046"/>
          </a:xfrm>
        </p:grpSpPr>
        <p:sp>
          <p:nvSpPr>
            <p:cNvPr id="1817" name="Google Shape;1817;g3a546d5887e_5_1951"/>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rgbClr val="000000">
                  <a:alpha val="20000"/>
                </a:srgb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818" name="Google Shape;1818;g3a546d5887e_5_1951"/>
            <p:cNvGrpSpPr/>
            <p:nvPr/>
          </p:nvGrpSpPr>
          <p:grpSpPr>
            <a:xfrm>
              <a:off x="2001780" y="2072389"/>
              <a:ext cx="612115" cy="2698299"/>
              <a:chOff x="1718105" y="2072389"/>
              <a:chExt cx="612115" cy="2698299"/>
            </a:xfrm>
          </p:grpSpPr>
          <p:sp>
            <p:nvSpPr>
              <p:cNvPr id="1819" name="Google Shape;1819;g3a546d5887e_5_1951"/>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0" name="Google Shape;1820;g3a546d5887e_5_1951"/>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1" name="Google Shape;1821;g3a546d5887e_5_1951"/>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2" name="Google Shape;1822;g3a546d5887e_5_1951"/>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3" name="Google Shape;1823;g3a546d5887e_5_1951"/>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4" name="Google Shape;1824;g3a546d5887e_5_1951"/>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5" name="Google Shape;1825;g3a546d5887e_5_1951"/>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6" name="Google Shape;1826;g3a546d5887e_5_1951"/>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7" name="Google Shape;1827;g3a546d5887e_5_1951"/>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8" name="Google Shape;1828;g3a546d5887e_5_1951"/>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29" name="Google Shape;1829;g3a546d5887e_5_1951"/>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0" name="Google Shape;1830;g3a546d5887e_5_1951"/>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1" name="Google Shape;1831;g3a546d5887e_5_1951"/>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2" name="Google Shape;1832;g3a546d5887e_5_1951"/>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3" name="Google Shape;1833;g3a546d5887e_5_1951"/>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4" name="Google Shape;1834;g3a546d5887e_5_1951"/>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5" name="Google Shape;1835;g3a546d5887e_5_1951"/>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6" name="Google Shape;1836;g3a546d5887e_5_1951"/>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7" name="Google Shape;1837;g3a546d5887e_5_1951"/>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8" name="Google Shape;1838;g3a546d5887e_5_1951"/>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39" name="Google Shape;1839;g3a546d5887e_5_1951"/>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0" name="Google Shape;1840;g3a546d5887e_5_1951"/>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1" name="Google Shape;1841;g3a546d5887e_5_1951"/>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2" name="Google Shape;1842;g3a546d5887e_5_1951"/>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3" name="Google Shape;1843;g3a546d5887e_5_1951"/>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4" name="Google Shape;1844;g3a546d5887e_5_1951"/>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5" name="Google Shape;1845;g3a546d5887e_5_1951"/>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6" name="Google Shape;1846;g3a546d5887e_5_1951"/>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7" name="Google Shape;1847;g3a546d5887e_5_1951"/>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8" name="Google Shape;1848;g3a546d5887e_5_1951"/>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49" name="Google Shape;1849;g3a546d5887e_5_1951"/>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0" name="Google Shape;1850;g3a546d5887e_5_1951"/>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1" name="Google Shape;1851;g3a546d5887e_5_1951"/>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2" name="Google Shape;1852;g3a546d5887e_5_1951"/>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3" name="Google Shape;1853;g3a546d5887e_5_1951"/>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4" name="Google Shape;1854;g3a546d5887e_5_1951"/>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5" name="Google Shape;1855;g3a546d5887e_5_1951"/>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6" name="Google Shape;1856;g3a546d5887e_5_1951"/>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7" name="Google Shape;1857;g3a546d5887e_5_1951"/>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8" name="Google Shape;1858;g3a546d5887e_5_1951"/>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59" name="Google Shape;1859;g3a546d5887e_5_1951"/>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0" name="Google Shape;1860;g3a546d5887e_5_1951"/>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1" name="Google Shape;1861;g3a546d5887e_5_1951"/>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2" name="Google Shape;1862;g3a546d5887e_5_1951"/>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3" name="Google Shape;1863;g3a546d5887e_5_1951"/>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4" name="Google Shape;1864;g3a546d5887e_5_1951"/>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5" name="Google Shape;1865;g3a546d5887e_5_1951"/>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6" name="Google Shape;1866;g3a546d5887e_5_1951"/>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7" name="Google Shape;1867;g3a546d5887e_5_1951"/>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8" name="Google Shape;1868;g3a546d5887e_5_1951"/>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69" name="Google Shape;1869;g3a546d5887e_5_1951"/>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870" name="Google Shape;1870;g3a546d5887e_5_1951"/>
          <p:cNvGrpSpPr/>
          <p:nvPr/>
        </p:nvGrpSpPr>
        <p:grpSpPr>
          <a:xfrm>
            <a:off x="13489281" y="-2588852"/>
            <a:ext cx="6787617" cy="10818628"/>
            <a:chOff x="1336575" y="1389950"/>
            <a:chExt cx="1583450" cy="2523825"/>
          </a:xfrm>
        </p:grpSpPr>
        <p:sp>
          <p:nvSpPr>
            <p:cNvPr id="1871" name="Google Shape;1871;g3a546d5887e_5_1951"/>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2" name="Google Shape;1872;g3a546d5887e_5_1951"/>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3" name="Google Shape;1873;g3a546d5887e_5_1951"/>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4" name="Google Shape;1874;g3a546d5887e_5_1951"/>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5" name="Google Shape;1875;g3a546d5887e_5_1951"/>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6" name="Google Shape;1876;g3a546d5887e_5_1951"/>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7" name="Google Shape;1877;g3a546d5887e_5_1951"/>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8" name="Google Shape;1878;g3a546d5887e_5_1951"/>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79" name="Google Shape;1879;g3a546d5887e_5_1951"/>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0" name="Google Shape;1880;g3a546d5887e_5_1951"/>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1" name="Google Shape;1881;g3a546d5887e_5_1951"/>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2" name="Google Shape;1882;g3a546d5887e_5_1951"/>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3" name="Google Shape;1883;g3a546d5887e_5_1951"/>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4" name="Google Shape;1884;g3a546d5887e_5_1951"/>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5" name="Google Shape;1885;g3a546d5887e_5_1951"/>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6" name="Google Shape;1886;g3a546d5887e_5_1951"/>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7" name="Google Shape;1887;g3a546d5887e_5_1951"/>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8" name="Google Shape;1888;g3a546d5887e_5_1951"/>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89" name="Google Shape;1889;g3a546d5887e_5_1951"/>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0" name="Google Shape;1890;g3a546d5887e_5_1951"/>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1" name="Google Shape;1891;g3a546d5887e_5_1951"/>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2" name="Google Shape;1892;g3a546d5887e_5_1951"/>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3" name="Google Shape;1893;g3a546d5887e_5_1951"/>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4" name="Google Shape;1894;g3a546d5887e_5_1951"/>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5" name="Google Shape;1895;g3a546d5887e_5_1951"/>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6" name="Google Shape;1896;g3a546d5887e_5_1951"/>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7" name="Google Shape;1897;g3a546d5887e_5_1951"/>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8" name="Google Shape;1898;g3a546d5887e_5_1951"/>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899" name="Google Shape;1899;g3a546d5887e_5_1951"/>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0" name="Google Shape;1900;g3a546d5887e_5_1951"/>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1" name="Google Shape;1901;g3a546d5887e_5_1951"/>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2" name="Google Shape;1902;g3a546d5887e_5_1951"/>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3" name="Google Shape;1903;g3a546d5887e_5_1951"/>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4" name="Google Shape;1904;g3a546d5887e_5_1951"/>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5" name="Google Shape;1905;g3a546d5887e_5_1951"/>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6" name="Google Shape;1906;g3a546d5887e_5_1951"/>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7" name="Google Shape;1907;g3a546d5887e_5_1951"/>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08" name="Google Shape;1908;g3a546d5887e_5_1951"/>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09" name="Google Shape;1909;g3a546d5887e_5_1951"/>
          <p:cNvGrpSpPr/>
          <p:nvPr/>
        </p:nvGrpSpPr>
        <p:grpSpPr>
          <a:xfrm flipH="1">
            <a:off x="834217" y="6322192"/>
            <a:ext cx="599451" cy="741040"/>
            <a:chOff x="8243489" y="4050570"/>
            <a:chExt cx="374657" cy="463150"/>
          </a:xfrm>
        </p:grpSpPr>
        <p:sp>
          <p:nvSpPr>
            <p:cNvPr id="1910" name="Google Shape;1910;g3a546d5887e_5_195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1" name="Google Shape;1911;g3a546d5887e_5_195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grpSp>
        <p:nvGrpSpPr>
          <p:cNvPr id="1912" name="Google Shape;1912;g3a546d5887e_5_1951"/>
          <p:cNvGrpSpPr/>
          <p:nvPr/>
        </p:nvGrpSpPr>
        <p:grpSpPr>
          <a:xfrm flipH="1">
            <a:off x="12461146" y="7220944"/>
            <a:ext cx="1138530" cy="1008661"/>
            <a:chOff x="460372" y="2406765"/>
            <a:chExt cx="711581" cy="630413"/>
          </a:xfrm>
        </p:grpSpPr>
        <p:grpSp>
          <p:nvGrpSpPr>
            <p:cNvPr id="1913" name="Google Shape;1913;g3a546d5887e_5_1951"/>
            <p:cNvGrpSpPr/>
            <p:nvPr/>
          </p:nvGrpSpPr>
          <p:grpSpPr>
            <a:xfrm>
              <a:off x="666101" y="2406765"/>
              <a:ext cx="505852" cy="630413"/>
              <a:chOff x="666101" y="2406765"/>
              <a:chExt cx="505852" cy="630413"/>
            </a:xfrm>
          </p:grpSpPr>
          <p:grpSp>
            <p:nvGrpSpPr>
              <p:cNvPr id="1914" name="Google Shape;1914;g3a546d5887e_5_1951"/>
              <p:cNvGrpSpPr/>
              <p:nvPr/>
            </p:nvGrpSpPr>
            <p:grpSpPr>
              <a:xfrm>
                <a:off x="1005171" y="2632603"/>
                <a:ext cx="166782" cy="404575"/>
                <a:chOff x="3816313" y="1611982"/>
                <a:chExt cx="1212958" cy="2940225"/>
              </a:xfrm>
            </p:grpSpPr>
            <p:sp>
              <p:nvSpPr>
                <p:cNvPr id="1915" name="Google Shape;1915;g3a546d5887e_5_195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6" name="Google Shape;1916;g3a546d5887e_5_195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17" name="Google Shape;1917;g3a546d5887e_5_195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18" name="Google Shape;1918;g3a546d5887e_5_1951"/>
              <p:cNvGrpSpPr/>
              <p:nvPr/>
            </p:nvGrpSpPr>
            <p:grpSpPr>
              <a:xfrm>
                <a:off x="666101" y="2406765"/>
                <a:ext cx="259816" cy="630384"/>
                <a:chOff x="3816313" y="1611982"/>
                <a:chExt cx="1212958" cy="2940225"/>
              </a:xfrm>
            </p:grpSpPr>
            <p:sp>
              <p:nvSpPr>
                <p:cNvPr id="1919" name="Google Shape;1919;g3a546d5887e_5_1951"/>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0" name="Google Shape;1920;g3a546d5887e_5_1951"/>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1" name="Google Shape;1921;g3a546d5887e_5_1951"/>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22" name="Google Shape;1922;g3a546d5887e_5_1951"/>
            <p:cNvGrpSpPr/>
            <p:nvPr/>
          </p:nvGrpSpPr>
          <p:grpSpPr>
            <a:xfrm>
              <a:off x="460372" y="2728161"/>
              <a:ext cx="166791" cy="302717"/>
              <a:chOff x="3816307" y="2352225"/>
              <a:chExt cx="1213027" cy="2199982"/>
            </a:xfrm>
          </p:grpSpPr>
          <p:sp>
            <p:nvSpPr>
              <p:cNvPr id="1923" name="Google Shape;1923;g3a546d5887e_5_195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4" name="Google Shape;1924;g3a546d5887e_5_195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25" name="Google Shape;1925;g3a546d5887e_5_195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sp>
        <p:nvSpPr>
          <p:cNvPr id="1926" name="Google Shape;1926;g3a546d5887e_5_195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27" name="Shape 1927"/>
        <p:cNvGrpSpPr/>
        <p:nvPr/>
      </p:nvGrpSpPr>
      <p:grpSpPr>
        <a:xfrm>
          <a:off x="0" y="0"/>
          <a:ext cx="0" cy="0"/>
          <a:chOff x="0" y="0"/>
          <a:chExt cx="0" cy="0"/>
        </a:xfrm>
      </p:grpSpPr>
      <p:sp>
        <p:nvSpPr>
          <p:cNvPr id="1928" name="Google Shape;1928;g3a546d5887e_5_2063"/>
          <p:cNvSpPr/>
          <p:nvPr/>
        </p:nvSpPr>
        <p:spPr>
          <a:xfrm flipH="1">
            <a:off x="-1138700" y="6583941"/>
            <a:ext cx="4894500" cy="4894500"/>
          </a:xfrm>
          <a:prstGeom prst="ellipse">
            <a:avLst/>
          </a:prstGeom>
          <a:solidFill>
            <a:srgbClr val="897FBB">
              <a:alpha val="29019"/>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29" name="Google Shape;1929;g3a546d5887e_5_2063"/>
          <p:cNvGrpSpPr/>
          <p:nvPr/>
        </p:nvGrpSpPr>
        <p:grpSpPr>
          <a:xfrm flipH="1">
            <a:off x="536896" y="6973850"/>
            <a:ext cx="1543247" cy="4668874"/>
            <a:chOff x="1825573" y="1896181"/>
            <a:chExt cx="964529" cy="2918046"/>
          </a:xfrm>
        </p:grpSpPr>
        <p:sp>
          <p:nvSpPr>
            <p:cNvPr id="1930" name="Google Shape;1930;g3a546d5887e_5_2063"/>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121920">
                <a:schemeClr val="dk1">
                  <a:alpha val="20000"/>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nvGrpSpPr>
            <p:cNvPr id="1931" name="Google Shape;1931;g3a546d5887e_5_2063"/>
            <p:cNvGrpSpPr/>
            <p:nvPr/>
          </p:nvGrpSpPr>
          <p:grpSpPr>
            <a:xfrm>
              <a:off x="2001780" y="2072389"/>
              <a:ext cx="612115" cy="2698299"/>
              <a:chOff x="1718105" y="2072389"/>
              <a:chExt cx="612115" cy="2698299"/>
            </a:xfrm>
          </p:grpSpPr>
          <p:sp>
            <p:nvSpPr>
              <p:cNvPr id="1932" name="Google Shape;1932;g3a546d5887e_5_2063"/>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3" name="Google Shape;1933;g3a546d5887e_5_2063"/>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4" name="Google Shape;1934;g3a546d5887e_5_2063"/>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5" name="Google Shape;1935;g3a546d5887e_5_2063"/>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6" name="Google Shape;1936;g3a546d5887e_5_2063"/>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7" name="Google Shape;1937;g3a546d5887e_5_2063"/>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8" name="Google Shape;1938;g3a546d5887e_5_2063"/>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39" name="Google Shape;1939;g3a546d5887e_5_2063"/>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0" name="Google Shape;1940;g3a546d5887e_5_2063"/>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1" name="Google Shape;1941;g3a546d5887e_5_2063"/>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2" name="Google Shape;1942;g3a546d5887e_5_2063"/>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3" name="Google Shape;1943;g3a546d5887e_5_2063"/>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4" name="Google Shape;1944;g3a546d5887e_5_2063"/>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5" name="Google Shape;1945;g3a546d5887e_5_2063"/>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6" name="Google Shape;1946;g3a546d5887e_5_2063"/>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7" name="Google Shape;1947;g3a546d5887e_5_2063"/>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8" name="Google Shape;1948;g3a546d5887e_5_2063"/>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49" name="Google Shape;1949;g3a546d5887e_5_2063"/>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0" name="Google Shape;1950;g3a546d5887e_5_2063"/>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1" name="Google Shape;1951;g3a546d5887e_5_2063"/>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2" name="Google Shape;1952;g3a546d5887e_5_2063"/>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3" name="Google Shape;1953;g3a546d5887e_5_2063"/>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4" name="Google Shape;1954;g3a546d5887e_5_2063"/>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5" name="Google Shape;1955;g3a546d5887e_5_2063"/>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6" name="Google Shape;1956;g3a546d5887e_5_2063"/>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7" name="Google Shape;1957;g3a546d5887e_5_2063"/>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8" name="Google Shape;1958;g3a546d5887e_5_2063"/>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59" name="Google Shape;1959;g3a546d5887e_5_2063"/>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0" name="Google Shape;1960;g3a546d5887e_5_2063"/>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1" name="Google Shape;1961;g3a546d5887e_5_2063"/>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2" name="Google Shape;1962;g3a546d5887e_5_2063"/>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3" name="Google Shape;1963;g3a546d5887e_5_2063"/>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4" name="Google Shape;1964;g3a546d5887e_5_2063"/>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5" name="Google Shape;1965;g3a546d5887e_5_2063"/>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6" name="Google Shape;1966;g3a546d5887e_5_2063"/>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7" name="Google Shape;1967;g3a546d5887e_5_2063"/>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8" name="Google Shape;1968;g3a546d5887e_5_2063"/>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69" name="Google Shape;1969;g3a546d5887e_5_2063"/>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0" name="Google Shape;1970;g3a546d5887e_5_2063"/>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1" name="Google Shape;1971;g3a546d5887e_5_2063"/>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2" name="Google Shape;1972;g3a546d5887e_5_2063"/>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3" name="Google Shape;1973;g3a546d5887e_5_2063"/>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4" name="Google Shape;1974;g3a546d5887e_5_2063"/>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5" name="Google Shape;1975;g3a546d5887e_5_2063"/>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6" name="Google Shape;1976;g3a546d5887e_5_2063"/>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7" name="Google Shape;1977;g3a546d5887e_5_2063"/>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8" name="Google Shape;1978;g3a546d5887e_5_2063"/>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79" name="Google Shape;1979;g3a546d5887e_5_2063"/>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0" name="Google Shape;1980;g3a546d5887e_5_2063"/>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1" name="Google Shape;1981;g3a546d5887e_5_2063"/>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2" name="Google Shape;1982;g3a546d5887e_5_2063"/>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83" name="Google Shape;1983;g3a546d5887e_5_2063"/>
          <p:cNvGrpSpPr/>
          <p:nvPr/>
        </p:nvGrpSpPr>
        <p:grpSpPr>
          <a:xfrm>
            <a:off x="13077856" y="7221058"/>
            <a:ext cx="822797" cy="1008824"/>
            <a:chOff x="1551615" y="4513162"/>
            <a:chExt cx="514248" cy="630515"/>
          </a:xfrm>
        </p:grpSpPr>
        <p:grpSp>
          <p:nvGrpSpPr>
            <p:cNvPr id="1984" name="Google Shape;1984;g3a546d5887e_5_2063"/>
            <p:cNvGrpSpPr/>
            <p:nvPr/>
          </p:nvGrpSpPr>
          <p:grpSpPr>
            <a:xfrm>
              <a:off x="1551615" y="4513162"/>
              <a:ext cx="347653" cy="630515"/>
              <a:chOff x="3816307" y="2352225"/>
              <a:chExt cx="1213027" cy="2199982"/>
            </a:xfrm>
          </p:grpSpPr>
          <p:sp>
            <p:nvSpPr>
              <p:cNvPr id="1985" name="Google Shape;1985;g3a546d5887e_5_206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6" name="Google Shape;1986;g3a546d5887e_5_206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87" name="Google Shape;1987;g3a546d5887e_5_206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88" name="Google Shape;1988;g3a546d5887e_5_2063"/>
            <p:cNvGrpSpPr/>
            <p:nvPr/>
          </p:nvGrpSpPr>
          <p:grpSpPr>
            <a:xfrm>
              <a:off x="1899072" y="4839761"/>
              <a:ext cx="166791" cy="302717"/>
              <a:chOff x="3816307" y="2352225"/>
              <a:chExt cx="1213027" cy="2199982"/>
            </a:xfrm>
          </p:grpSpPr>
          <p:sp>
            <p:nvSpPr>
              <p:cNvPr id="1989" name="Google Shape;1989;g3a546d5887e_5_206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0" name="Google Shape;1990;g3a546d5887e_5_206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1" name="Google Shape;1991;g3a546d5887e_5_206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137"/>
                </a:srgb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grpSp>
        <p:nvGrpSpPr>
          <p:cNvPr id="1992" name="Google Shape;1992;g3a546d5887e_5_2063"/>
          <p:cNvGrpSpPr/>
          <p:nvPr/>
        </p:nvGrpSpPr>
        <p:grpSpPr>
          <a:xfrm flipH="1">
            <a:off x="13645760" y="-1226240"/>
            <a:ext cx="3326800" cy="2884000"/>
            <a:chOff x="349725" y="59275"/>
            <a:chExt cx="2079250" cy="1802500"/>
          </a:xfrm>
        </p:grpSpPr>
        <p:sp>
          <p:nvSpPr>
            <p:cNvPr id="1993" name="Google Shape;1993;g3a546d5887e_5_2063"/>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91440">
                <a:schemeClr val="dk1">
                  <a:alpha val="34901"/>
                </a:schemeClr>
              </a:outerShdw>
            </a:effectLst>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4" name="Google Shape;1994;g3a546d5887e_5_2063"/>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grpSp>
      <p:grpSp>
        <p:nvGrpSpPr>
          <p:cNvPr id="1995" name="Google Shape;1995;g3a546d5887e_5_2063"/>
          <p:cNvGrpSpPr/>
          <p:nvPr/>
        </p:nvGrpSpPr>
        <p:grpSpPr>
          <a:xfrm flipH="1">
            <a:off x="1008806" y="6403752"/>
            <a:ext cx="599451" cy="741040"/>
            <a:chOff x="8243489" y="4050570"/>
            <a:chExt cx="374657" cy="463150"/>
          </a:xfrm>
        </p:grpSpPr>
        <p:sp>
          <p:nvSpPr>
            <p:cNvPr id="1996" name="Google Shape;1996;g3a546d5887e_5_2063"/>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sp>
          <p:nvSpPr>
            <p:cNvPr id="1997" name="Google Shape;1997;g3a546d5887e_5_2063"/>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882"/>
              </a:srgbClr>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1998" name="Google Shape;1998;g3a546d5887e_5_206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999" name="Shape 1999"/>
        <p:cNvGrpSpPr/>
        <p:nvPr/>
      </p:nvGrpSpPr>
      <p:grpSpPr>
        <a:xfrm>
          <a:off x="0" y="0"/>
          <a:ext cx="0" cy="0"/>
          <a:chOff x="0" y="0"/>
          <a:chExt cx="0" cy="0"/>
        </a:xfrm>
      </p:grpSpPr>
      <p:pic>
        <p:nvPicPr>
          <p:cNvPr descr="preencoded.png" id="2000" name="Google Shape;2000;g3a546d5887e_5_213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01" name="Google Shape;2001;g3a546d5887e_5_2134"/>
          <p:cNvSpPr/>
          <p:nvPr/>
        </p:nvSpPr>
        <p:spPr>
          <a:xfrm>
            <a:off x="0" y="0"/>
            <a:ext cx="14630400" cy="8229600"/>
          </a:xfrm>
          <a:prstGeom prst="rect">
            <a:avLst/>
          </a:prstGeom>
          <a:solidFill>
            <a:srgbClr val="00002E">
              <a:alpha val="7490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02" name="Google Shape;2002;g3a546d5887e_5_213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03" name="Google Shape;2003;g3a546d5887e_5_213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2004" name="Shape 2004"/>
        <p:cNvGrpSpPr/>
        <p:nvPr/>
      </p:nvGrpSpPr>
      <p:grpSpPr>
        <a:xfrm>
          <a:off x="0" y="0"/>
          <a:ext cx="0" cy="0"/>
          <a:chOff x="0" y="0"/>
          <a:chExt cx="0" cy="0"/>
        </a:xfrm>
      </p:grpSpPr>
      <p:pic>
        <p:nvPicPr>
          <p:cNvPr descr="preencoded.png" id="2005" name="Google Shape;2005;g3a546d5887e_5_213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06" name="Google Shape;2006;g3a546d5887e_5_213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7" name="Google Shape;2007;g3a546d5887e_5_213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08" name="Google Shape;2008;g3a546d5887e_5_213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2009" name="Shape 2009"/>
        <p:cNvGrpSpPr/>
        <p:nvPr/>
      </p:nvGrpSpPr>
      <p:grpSpPr>
        <a:xfrm>
          <a:off x="0" y="0"/>
          <a:ext cx="0" cy="0"/>
          <a:chOff x="0" y="0"/>
          <a:chExt cx="0" cy="0"/>
        </a:xfrm>
      </p:grpSpPr>
      <p:pic>
        <p:nvPicPr>
          <p:cNvPr descr="preencoded.png" id="2010" name="Google Shape;2010;g3a546d5887e_5_214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11" name="Google Shape;2011;g3a546d5887e_5_214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2" name="Google Shape;2012;g3a546d5887e_5_214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13" name="Google Shape;2013;g3a546d5887e_5_214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014" name="Shape 2014"/>
        <p:cNvGrpSpPr/>
        <p:nvPr/>
      </p:nvGrpSpPr>
      <p:grpSpPr>
        <a:xfrm>
          <a:off x="0" y="0"/>
          <a:ext cx="0" cy="0"/>
          <a:chOff x="0" y="0"/>
          <a:chExt cx="0" cy="0"/>
        </a:xfrm>
      </p:grpSpPr>
      <p:pic>
        <p:nvPicPr>
          <p:cNvPr descr="preencoded.png" id="2015" name="Google Shape;2015;g3a546d5887e_5_214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16" name="Google Shape;2016;g3a546d5887e_5_214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7" name="Google Shape;2017;g3a546d5887e_5_214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18" name="Google Shape;2018;g3a546d5887e_5_214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019" name="Shape 2019"/>
        <p:cNvGrpSpPr/>
        <p:nvPr/>
      </p:nvGrpSpPr>
      <p:grpSpPr>
        <a:xfrm>
          <a:off x="0" y="0"/>
          <a:ext cx="0" cy="0"/>
          <a:chOff x="0" y="0"/>
          <a:chExt cx="0" cy="0"/>
        </a:xfrm>
      </p:grpSpPr>
      <p:pic>
        <p:nvPicPr>
          <p:cNvPr descr="preencoded.png" id="2020" name="Google Shape;2020;g3a546d5887e_5_215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21" name="Google Shape;2021;g3a546d5887e_5_215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2" name="Google Shape;2022;g3a546d5887e_5_215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23" name="Google Shape;2023;g3a546d5887e_5_21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2024" name="Shape 2024"/>
        <p:cNvGrpSpPr/>
        <p:nvPr/>
      </p:nvGrpSpPr>
      <p:grpSpPr>
        <a:xfrm>
          <a:off x="0" y="0"/>
          <a:ext cx="0" cy="0"/>
          <a:chOff x="0" y="0"/>
          <a:chExt cx="0" cy="0"/>
        </a:xfrm>
      </p:grpSpPr>
      <p:pic>
        <p:nvPicPr>
          <p:cNvPr descr="preencoded.png" id="2025" name="Google Shape;2025;g3a546d5887e_5_215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26" name="Google Shape;2026;g3a546d5887e_5_215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7" name="Google Shape;2027;g3a546d5887e_5_215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28" name="Google Shape;2028;g3a546d5887e_5_215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2029" name="Shape 2029"/>
        <p:cNvGrpSpPr/>
        <p:nvPr/>
      </p:nvGrpSpPr>
      <p:grpSpPr>
        <a:xfrm>
          <a:off x="0" y="0"/>
          <a:ext cx="0" cy="0"/>
          <a:chOff x="0" y="0"/>
          <a:chExt cx="0" cy="0"/>
        </a:xfrm>
      </p:grpSpPr>
      <p:pic>
        <p:nvPicPr>
          <p:cNvPr descr="preencoded.png" id="2030" name="Google Shape;2030;g3a546d5887e_5_216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31" name="Google Shape;2031;g3a546d5887e_5_216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2" name="Google Shape;2032;g3a546d5887e_5_216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33" name="Google Shape;2033;g3a546d5887e_5_216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034" name="Shape 2034"/>
        <p:cNvGrpSpPr/>
        <p:nvPr/>
      </p:nvGrpSpPr>
      <p:grpSpPr>
        <a:xfrm>
          <a:off x="0" y="0"/>
          <a:ext cx="0" cy="0"/>
          <a:chOff x="0" y="0"/>
          <a:chExt cx="0" cy="0"/>
        </a:xfrm>
      </p:grpSpPr>
      <p:pic>
        <p:nvPicPr>
          <p:cNvPr descr="preencoded.png" id="2035" name="Google Shape;2035;g3a546d5887e_5_216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36" name="Google Shape;2036;g3a546d5887e_5_216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7" name="Google Shape;2037;g3a546d5887e_5_216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38" name="Google Shape;2038;g3a546d5887e_5_216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039" name="Shape 2039"/>
        <p:cNvGrpSpPr/>
        <p:nvPr/>
      </p:nvGrpSpPr>
      <p:grpSpPr>
        <a:xfrm>
          <a:off x="0" y="0"/>
          <a:ext cx="0" cy="0"/>
          <a:chOff x="0" y="0"/>
          <a:chExt cx="0" cy="0"/>
        </a:xfrm>
      </p:grpSpPr>
      <p:pic>
        <p:nvPicPr>
          <p:cNvPr descr="preencoded.png" id="2040" name="Google Shape;2040;g3a546d5887e_5_217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41" name="Google Shape;2041;g3a546d5887e_5_217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2" name="Google Shape;2042;g3a546d5887e_5_217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43" name="Google Shape;2043;g3a546d5887e_5_217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2044" name="Shape 2044"/>
        <p:cNvGrpSpPr/>
        <p:nvPr/>
      </p:nvGrpSpPr>
      <p:grpSpPr>
        <a:xfrm>
          <a:off x="0" y="0"/>
          <a:ext cx="0" cy="0"/>
          <a:chOff x="0" y="0"/>
          <a:chExt cx="0" cy="0"/>
        </a:xfrm>
      </p:grpSpPr>
      <p:pic>
        <p:nvPicPr>
          <p:cNvPr descr="preencoded.png" id="2045" name="Google Shape;2045;g3a546d5887e_5_217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46" name="Google Shape;2046;g3a546d5887e_5_217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7" name="Google Shape;2047;g3a546d5887e_5_217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48" name="Google Shape;2048;g3a546d5887e_5_217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2049" name="Shape 2049"/>
        <p:cNvGrpSpPr/>
        <p:nvPr/>
      </p:nvGrpSpPr>
      <p:grpSpPr>
        <a:xfrm>
          <a:off x="0" y="0"/>
          <a:ext cx="0" cy="0"/>
          <a:chOff x="0" y="0"/>
          <a:chExt cx="0" cy="0"/>
        </a:xfrm>
      </p:grpSpPr>
      <p:pic>
        <p:nvPicPr>
          <p:cNvPr descr="preencoded.png" id="2050" name="Google Shape;2050;g3a546d5887e_5_218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51" name="Google Shape;2051;g3a546d5887e_5_218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2" name="Google Shape;2052;g3a546d5887e_5_218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53" name="Google Shape;2053;g3a546d5887e_5_218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2054" name="Shape 2054"/>
        <p:cNvGrpSpPr/>
        <p:nvPr/>
      </p:nvGrpSpPr>
      <p:grpSpPr>
        <a:xfrm>
          <a:off x="0" y="0"/>
          <a:ext cx="0" cy="0"/>
          <a:chOff x="0" y="0"/>
          <a:chExt cx="0" cy="0"/>
        </a:xfrm>
      </p:grpSpPr>
      <p:pic>
        <p:nvPicPr>
          <p:cNvPr descr="preencoded.png" id="2055" name="Google Shape;2055;g3a546d5887e_5_2189"/>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56" name="Google Shape;2056;g3a546d5887e_5_2189"/>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7" name="Google Shape;2057;g3a546d5887e_5_2189">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58" name="Google Shape;2058;g3a546d5887e_5_218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2059" name="Shape 2059"/>
        <p:cNvGrpSpPr/>
        <p:nvPr/>
      </p:nvGrpSpPr>
      <p:grpSpPr>
        <a:xfrm>
          <a:off x="0" y="0"/>
          <a:ext cx="0" cy="0"/>
          <a:chOff x="0" y="0"/>
          <a:chExt cx="0" cy="0"/>
        </a:xfrm>
      </p:grpSpPr>
      <p:pic>
        <p:nvPicPr>
          <p:cNvPr descr="preencoded.png" id="2060" name="Google Shape;2060;g3a546d5887e_5_2194"/>
          <p:cNvPicPr preferRelativeResize="0"/>
          <p:nvPr/>
        </p:nvPicPr>
        <p:blipFill rotWithShape="1">
          <a:blip r:embed="rId2">
            <a:alphaModFix/>
          </a:blip>
          <a:srcRect b="0" l="0" r="0" t="0"/>
          <a:stretch/>
        </p:blipFill>
        <p:spPr>
          <a:xfrm>
            <a:off x="0" y="0"/>
            <a:ext cx="14630397" cy="8229601"/>
          </a:xfrm>
          <a:prstGeom prst="rect">
            <a:avLst/>
          </a:prstGeom>
          <a:noFill/>
          <a:ln>
            <a:noFill/>
          </a:ln>
        </p:spPr>
      </p:pic>
      <p:sp>
        <p:nvSpPr>
          <p:cNvPr id="2061" name="Google Shape;2061;g3a546d5887e_5_2194"/>
          <p:cNvSpPr/>
          <p:nvPr/>
        </p:nvSpPr>
        <p:spPr>
          <a:xfrm>
            <a:off x="0" y="0"/>
            <a:ext cx="14630400" cy="8229600"/>
          </a:xfrm>
          <a:prstGeom prst="rect">
            <a:avLst/>
          </a:prstGeom>
          <a:solidFill>
            <a:srgbClr val="00002E">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2" name="Google Shape;2062;g3a546d5887e_5_2194">
            <a:hlinkClick r:id="rId3"/>
          </p:cNvPr>
          <p:cNvPicPr preferRelativeResize="0"/>
          <p:nvPr/>
        </p:nvPicPr>
        <p:blipFill rotWithShape="1">
          <a:blip r:embed="rId4">
            <a:alphaModFix/>
          </a:blip>
          <a:srcRect b="0" l="0" r="0" t="0"/>
          <a:stretch/>
        </p:blipFill>
        <p:spPr>
          <a:xfrm>
            <a:off x="12839215" y="7749540"/>
            <a:ext cx="1722604" cy="411480"/>
          </a:xfrm>
          <a:prstGeom prst="rect">
            <a:avLst/>
          </a:prstGeom>
          <a:noFill/>
          <a:ln>
            <a:noFill/>
          </a:ln>
        </p:spPr>
      </p:pic>
      <p:sp>
        <p:nvSpPr>
          <p:cNvPr id="2063" name="Google Shape;2063;g3a546d5887e_5_219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2.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a546d5887e_5_163"/>
          <p:cNvSpPr txBox="1"/>
          <p:nvPr>
            <p:ph type="title"/>
          </p:nvPr>
        </p:nvSpPr>
        <p:spPr>
          <a:xfrm>
            <a:off x="1141160" y="590120"/>
            <a:ext cx="12348000" cy="916200"/>
          </a:xfrm>
          <a:prstGeom prst="rect">
            <a:avLst/>
          </a:prstGeom>
          <a:noFill/>
          <a:ln>
            <a:noFill/>
          </a:ln>
        </p:spPr>
        <p:txBody>
          <a:bodyPr anchorCtr="0" anchor="t" bIns="146275" lIns="146275" spcFirstLastPara="1" rIns="146275" wrap="square" tIns="146275">
            <a:noAutofit/>
          </a:bodyPr>
          <a:lstStyle>
            <a:lvl1pPr lvl="0" marR="0" rtl="0" algn="ctr">
              <a:lnSpc>
                <a:spcPct val="100000"/>
              </a:lnSpc>
              <a:spcBef>
                <a:spcPts val="0"/>
              </a:spcBef>
              <a:spcAft>
                <a:spcPts val="0"/>
              </a:spcAft>
              <a:buClr>
                <a:schemeClr val="dk1"/>
              </a:buClr>
              <a:buSzPts val="4800"/>
              <a:buFont typeface="Poppins ExtraBold"/>
              <a:buNone/>
              <a:defRPr b="0" i="0" sz="4800" u="none" cap="none" strike="noStrike">
                <a:solidFill>
                  <a:schemeClr val="dk1"/>
                </a:solidFill>
                <a:latin typeface="Poppins ExtraBold"/>
                <a:ea typeface="Poppins ExtraBold"/>
                <a:cs typeface="Poppins ExtraBold"/>
                <a:sym typeface="Poppins ExtraBold"/>
              </a:defRPr>
            </a:lvl1pPr>
            <a:lvl2pPr lvl="1"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5600"/>
              <a:buFont typeface="Poppins"/>
              <a:buNone/>
              <a:defRPr b="0" i="0" sz="5600" u="none" cap="none" strike="noStrike">
                <a:solidFill>
                  <a:schemeClr val="dk1"/>
                </a:solidFill>
                <a:latin typeface="Poppins"/>
                <a:ea typeface="Poppins"/>
                <a:cs typeface="Poppins"/>
                <a:sym typeface="Poppins"/>
              </a:defRPr>
            </a:lvl9pPr>
          </a:lstStyle>
          <a:p/>
        </p:txBody>
      </p:sp>
      <p:sp>
        <p:nvSpPr>
          <p:cNvPr id="7" name="Google Shape;7;g3a546d5887e_5_163"/>
          <p:cNvSpPr txBox="1"/>
          <p:nvPr>
            <p:ph idx="1" type="body"/>
          </p:nvPr>
        </p:nvSpPr>
        <p:spPr>
          <a:xfrm>
            <a:off x="1141160" y="1843960"/>
            <a:ext cx="12348000" cy="5466300"/>
          </a:xfrm>
          <a:prstGeom prst="rect">
            <a:avLst/>
          </a:prstGeom>
          <a:noFill/>
          <a:ln>
            <a:noFill/>
          </a:ln>
        </p:spPr>
        <p:txBody>
          <a:bodyPr anchorCtr="0" anchor="t" bIns="146275" lIns="146275" spcFirstLastPara="1" rIns="146275" wrap="square" tIns="146275">
            <a:noAutofit/>
          </a:bodyPr>
          <a:lstStyle>
            <a:lvl1pPr indent="-349250" lvl="0" marL="457200" marR="0" rtl="0" algn="l">
              <a:lnSpc>
                <a:spcPct val="100000"/>
              </a:lnSpc>
              <a:spcBef>
                <a:spcPts val="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1pPr>
            <a:lvl2pPr indent="-349250" lvl="1" marL="9144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2pPr>
            <a:lvl3pPr indent="-349250" lvl="2" marL="13716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3pPr>
            <a:lvl4pPr indent="-349250" lvl="3" marL="18288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4pPr>
            <a:lvl5pPr indent="-349250" lvl="4" marL="22860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5pPr>
            <a:lvl6pPr indent="-349250" lvl="5" marL="27432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6pPr>
            <a:lvl7pPr indent="-349250" lvl="6" marL="32004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7pPr>
            <a:lvl8pPr indent="-349250" lvl="7" marL="3657600" marR="0" rtl="0" algn="l">
              <a:lnSpc>
                <a:spcPct val="100000"/>
              </a:lnSpc>
              <a:spcBef>
                <a:spcPts val="2600"/>
              </a:spcBef>
              <a:spcAft>
                <a:spcPts val="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8pPr>
            <a:lvl9pPr indent="-349250" lvl="8" marL="4114800" marR="0" rtl="0" algn="l">
              <a:lnSpc>
                <a:spcPct val="100000"/>
              </a:lnSpc>
              <a:spcBef>
                <a:spcPts val="2600"/>
              </a:spcBef>
              <a:spcAft>
                <a:spcPts val="2600"/>
              </a:spcAft>
              <a:buClr>
                <a:schemeClr val="dk1"/>
              </a:buClr>
              <a:buSzPts val="1900"/>
              <a:buFont typeface="DM Sans"/>
              <a:buChar char="■"/>
              <a:defRPr b="0" i="0" sz="1900" u="none" cap="none" strike="noStrike">
                <a:solidFill>
                  <a:schemeClr val="dk1"/>
                </a:solidFill>
                <a:latin typeface="DM Sans"/>
                <a:ea typeface="DM Sans"/>
                <a:cs typeface="DM Sans"/>
                <a:sym typeface="DM Sans"/>
              </a:defRPr>
            </a:lvl9pPr>
          </a:lstStyle>
          <a:p/>
        </p:txBody>
      </p:sp>
      <p:sp>
        <p:nvSpPr>
          <p:cNvPr id="8" name="Google Shape;8;g3a546d5887e_5_163"/>
          <p:cNvSpPr txBox="1"/>
          <p:nvPr>
            <p:ph idx="12" type="sldNum"/>
          </p:nvPr>
        </p:nvSpPr>
        <p:spPr>
          <a:xfrm>
            <a:off x="13690854" y="7599761"/>
            <a:ext cx="877800" cy="630000"/>
          </a:xfrm>
          <a:prstGeom prst="rect">
            <a:avLst/>
          </a:prstGeom>
          <a:noFill/>
          <a:ln>
            <a:noFill/>
          </a:ln>
        </p:spPr>
        <p:txBody>
          <a:bodyPr anchorCtr="0" anchor="t" bIns="134100" lIns="134100" spcFirstLastPara="1" rIns="134100" wrap="square" tIns="134100">
            <a:noAutofit/>
          </a:bodyPr>
          <a:lstStyle>
            <a:lvl1pPr lvl="0" algn="r">
              <a:buNone/>
              <a:defRPr sz="1900">
                <a:solidFill>
                  <a:schemeClr val="dk1"/>
                </a:solidFill>
                <a:latin typeface="DM Sans"/>
                <a:ea typeface="DM Sans"/>
                <a:cs typeface="DM Sans"/>
                <a:sym typeface="DM Sans"/>
              </a:defRPr>
            </a:lvl1pPr>
            <a:lvl2pPr lvl="1" algn="r">
              <a:buNone/>
              <a:defRPr sz="1900">
                <a:solidFill>
                  <a:schemeClr val="dk1"/>
                </a:solidFill>
                <a:latin typeface="DM Sans"/>
                <a:ea typeface="DM Sans"/>
                <a:cs typeface="DM Sans"/>
                <a:sym typeface="DM Sans"/>
              </a:defRPr>
            </a:lvl2pPr>
            <a:lvl3pPr lvl="2" algn="r">
              <a:buNone/>
              <a:defRPr sz="1900">
                <a:solidFill>
                  <a:schemeClr val="dk1"/>
                </a:solidFill>
                <a:latin typeface="DM Sans"/>
                <a:ea typeface="DM Sans"/>
                <a:cs typeface="DM Sans"/>
                <a:sym typeface="DM Sans"/>
              </a:defRPr>
            </a:lvl3pPr>
            <a:lvl4pPr lvl="3" algn="r">
              <a:buNone/>
              <a:defRPr sz="1900">
                <a:solidFill>
                  <a:schemeClr val="dk1"/>
                </a:solidFill>
                <a:latin typeface="DM Sans"/>
                <a:ea typeface="DM Sans"/>
                <a:cs typeface="DM Sans"/>
                <a:sym typeface="DM Sans"/>
              </a:defRPr>
            </a:lvl4pPr>
            <a:lvl5pPr lvl="4" algn="r">
              <a:buNone/>
              <a:defRPr sz="1900">
                <a:solidFill>
                  <a:schemeClr val="dk1"/>
                </a:solidFill>
                <a:latin typeface="DM Sans"/>
                <a:ea typeface="DM Sans"/>
                <a:cs typeface="DM Sans"/>
                <a:sym typeface="DM Sans"/>
              </a:defRPr>
            </a:lvl5pPr>
            <a:lvl6pPr lvl="5" algn="r">
              <a:buNone/>
              <a:defRPr sz="1900">
                <a:solidFill>
                  <a:schemeClr val="dk1"/>
                </a:solidFill>
                <a:latin typeface="DM Sans"/>
                <a:ea typeface="DM Sans"/>
                <a:cs typeface="DM Sans"/>
                <a:sym typeface="DM Sans"/>
              </a:defRPr>
            </a:lvl6pPr>
            <a:lvl7pPr lvl="6" algn="r">
              <a:buNone/>
              <a:defRPr sz="1900">
                <a:solidFill>
                  <a:schemeClr val="dk1"/>
                </a:solidFill>
                <a:latin typeface="DM Sans"/>
                <a:ea typeface="DM Sans"/>
                <a:cs typeface="DM Sans"/>
                <a:sym typeface="DM Sans"/>
              </a:defRPr>
            </a:lvl7pPr>
            <a:lvl8pPr lvl="7" algn="r">
              <a:buNone/>
              <a:defRPr sz="1900">
                <a:solidFill>
                  <a:schemeClr val="dk1"/>
                </a:solidFill>
                <a:latin typeface="DM Sans"/>
                <a:ea typeface="DM Sans"/>
                <a:cs typeface="DM Sans"/>
                <a:sym typeface="DM Sans"/>
              </a:defRPr>
            </a:lvl8pPr>
            <a:lvl9pPr lvl="8" algn="r">
              <a:buNone/>
              <a:defRPr sz="19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comments" Target="../comments/commen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comments" Target="../comments/comment5.xml"/><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omments" Target="../comments/commen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comments" Target="../comments/comment8.xml"/><Relationship Id="rId4" Type="http://schemas.openxmlformats.org/officeDocument/2006/relationships/image" Target="../media/image9.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omments" Target="../comments/commen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1"/>
          <p:cNvSpPr/>
          <p:nvPr/>
        </p:nvSpPr>
        <p:spPr>
          <a:xfrm>
            <a:off x="0" y="1194975"/>
            <a:ext cx="14582100" cy="7041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4400"/>
              <a:buFont typeface="Nunito SemiBold"/>
              <a:buNone/>
            </a:pPr>
            <a:r>
              <a:rPr lang="en-US" sz="4400">
                <a:solidFill>
                  <a:schemeClr val="dk2"/>
                </a:solidFill>
                <a:latin typeface="Nunito SemiBold"/>
                <a:ea typeface="Nunito SemiBold"/>
                <a:cs typeface="Nunito SemiBold"/>
                <a:sym typeface="Nunito SemiBold"/>
              </a:rPr>
              <a:t>E</a:t>
            </a:r>
            <a:r>
              <a:rPr lang="en-US" sz="4400">
                <a:solidFill>
                  <a:schemeClr val="dk1"/>
                </a:solidFill>
                <a:latin typeface="Nunito SemiBold"/>
                <a:ea typeface="Nunito SemiBold"/>
                <a:cs typeface="Nunito SemiBold"/>
                <a:sym typeface="Nunito SemiBold"/>
              </a:rPr>
              <a:t>ventRadar</a:t>
            </a:r>
            <a:endParaRPr sz="4400">
              <a:solidFill>
                <a:schemeClr val="dk1"/>
              </a:solidFill>
              <a:latin typeface="Calibri"/>
              <a:ea typeface="Calibri"/>
              <a:cs typeface="Calibri"/>
              <a:sym typeface="Calibri"/>
            </a:endParaRPr>
          </a:p>
        </p:txBody>
      </p:sp>
      <p:sp>
        <p:nvSpPr>
          <p:cNvPr id="2070" name="Google Shape;2070;p1"/>
          <p:cNvSpPr/>
          <p:nvPr/>
        </p:nvSpPr>
        <p:spPr>
          <a:xfrm>
            <a:off x="837726" y="5510800"/>
            <a:ext cx="11512500" cy="1532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Miembros:                                                            									Docente:</a:t>
            </a:r>
            <a:endParaRPr>
              <a:solidFill>
                <a:schemeClr val="dk1"/>
              </a:solidFill>
            </a:endParaRPr>
          </a:p>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 </a:t>
            </a:r>
            <a:r>
              <a:rPr lang="en-US" sz="1850">
                <a:solidFill>
                  <a:schemeClr val="dk1"/>
                </a:solidFill>
                <a:latin typeface="PT Sans"/>
                <a:ea typeface="PT Sans"/>
                <a:cs typeface="PT Sans"/>
                <a:sym typeface="PT Sans"/>
              </a:rPr>
              <a:t>Iván </a:t>
            </a:r>
            <a:r>
              <a:rPr lang="en-US" sz="1850">
                <a:solidFill>
                  <a:schemeClr val="dk1"/>
                </a:solidFill>
                <a:latin typeface="PT Sans"/>
                <a:ea typeface="PT Sans"/>
                <a:cs typeface="PT Sans"/>
                <a:sym typeface="PT Sans"/>
              </a:rPr>
              <a:t>Díaz</a:t>
            </a:r>
            <a:r>
              <a:rPr lang="en-US" sz="1850">
                <a:solidFill>
                  <a:schemeClr val="dk1"/>
                </a:solidFill>
                <a:latin typeface="PT Sans"/>
                <a:ea typeface="PT Sans"/>
                <a:cs typeface="PT Sans"/>
                <a:sym typeface="PT Sans"/>
              </a:rPr>
              <a:t>                                                            									   - Mauricio Figueroa</a:t>
            </a:r>
            <a:br>
              <a:rPr lang="en-US" sz="1850">
                <a:solidFill>
                  <a:schemeClr val="dk1"/>
                </a:solidFill>
                <a:latin typeface="PT Sans"/>
                <a:ea typeface="PT Sans"/>
                <a:cs typeface="PT Sans"/>
                <a:sym typeface="PT Sans"/>
              </a:rPr>
            </a:br>
            <a:r>
              <a:rPr lang="en-US" sz="1850">
                <a:solidFill>
                  <a:schemeClr val="dk1"/>
                </a:solidFill>
                <a:latin typeface="PT Sans"/>
                <a:ea typeface="PT Sans"/>
                <a:cs typeface="PT Sans"/>
                <a:sym typeface="PT Sans"/>
              </a:rPr>
              <a:t>- Alejandro Troncoso</a:t>
            </a:r>
            <a:br>
              <a:rPr lang="en-US" sz="1850">
                <a:solidFill>
                  <a:schemeClr val="dk1"/>
                </a:solidFill>
                <a:latin typeface="PT Sans"/>
                <a:ea typeface="PT Sans"/>
                <a:cs typeface="PT Sans"/>
                <a:sym typeface="PT Sans"/>
              </a:rPr>
            </a:br>
            <a:r>
              <a:rPr lang="en-US" sz="1850">
                <a:solidFill>
                  <a:schemeClr val="dk1"/>
                </a:solidFill>
                <a:latin typeface="PT Sans"/>
                <a:ea typeface="PT Sans"/>
                <a:cs typeface="PT Sans"/>
                <a:sym typeface="PT Sans"/>
              </a:rPr>
              <a:t>- Diego Valenzuela</a:t>
            </a:r>
            <a:endParaRPr sz="1850">
              <a:solidFill>
                <a:schemeClr val="dk1"/>
              </a:solidFill>
              <a:latin typeface="Calibri"/>
              <a:ea typeface="Calibri"/>
              <a:cs typeface="Calibri"/>
              <a:sym typeface="Calibri"/>
            </a:endParaRPr>
          </a:p>
        </p:txBody>
      </p:sp>
      <p:sp>
        <p:nvSpPr>
          <p:cNvPr id="2071" name="Google Shape;2071;p1"/>
          <p:cNvSpPr txBox="1"/>
          <p:nvPr/>
        </p:nvSpPr>
        <p:spPr>
          <a:xfrm>
            <a:off x="0" y="1899075"/>
            <a:ext cx="14630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900">
                <a:solidFill>
                  <a:schemeClr val="dk1"/>
                </a:solidFill>
                <a:latin typeface="DM Sans"/>
                <a:ea typeface="DM Sans"/>
                <a:cs typeface="DM Sans"/>
                <a:sym typeface="DM Sans"/>
              </a:rPr>
              <a:t>Encuentra los mejores eventos cerca de ti</a:t>
            </a:r>
            <a:endParaRPr sz="1900">
              <a:solidFill>
                <a:schemeClr val="dk1"/>
              </a:solidFill>
              <a:latin typeface="DM Sans"/>
              <a:ea typeface="DM Sans"/>
              <a:cs typeface="DM Sans"/>
              <a:sym typeface="DM Sans"/>
            </a:endParaRPr>
          </a:p>
        </p:txBody>
      </p:sp>
      <p:pic>
        <p:nvPicPr>
          <p:cNvPr id="2072" name="Google Shape;2072;p1"/>
          <p:cNvPicPr preferRelativeResize="0"/>
          <p:nvPr/>
        </p:nvPicPr>
        <p:blipFill>
          <a:blip r:embed="rId3">
            <a:alphaModFix/>
          </a:blip>
          <a:stretch>
            <a:fillRect/>
          </a:stretch>
        </p:blipFill>
        <p:spPr>
          <a:xfrm>
            <a:off x="5789300" y="2829825"/>
            <a:ext cx="3003500" cy="2843376"/>
          </a:xfrm>
          <a:prstGeom prst="rect">
            <a:avLst/>
          </a:prstGeom>
          <a:noFill/>
          <a:ln>
            <a:noFill/>
          </a:ln>
        </p:spPr>
      </p:pic>
      <p:sp>
        <p:nvSpPr>
          <p:cNvPr id="2073" name="Google Shape;2073;p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2"/>
          <p:cNvSpPr/>
          <p:nvPr/>
        </p:nvSpPr>
        <p:spPr>
          <a:xfrm>
            <a:off x="719852" y="729972"/>
            <a:ext cx="4839295" cy="60495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800"/>
              <a:buFont typeface="Nunito SemiBold"/>
              <a:buNone/>
            </a:pPr>
            <a:r>
              <a:rPr lang="en-US" sz="3800">
                <a:solidFill>
                  <a:schemeClr val="dk2"/>
                </a:solidFill>
                <a:latin typeface="Nunito SemiBold"/>
                <a:ea typeface="Nunito SemiBold"/>
                <a:cs typeface="Nunito SemiBold"/>
                <a:sym typeface="Nunito SemiBold"/>
              </a:rPr>
              <a:t>T</a:t>
            </a:r>
            <a:r>
              <a:rPr lang="en-US" sz="3800">
                <a:solidFill>
                  <a:schemeClr val="dk1"/>
                </a:solidFill>
                <a:latin typeface="Nunito SemiBold"/>
                <a:ea typeface="Nunito SemiBold"/>
                <a:cs typeface="Nunito SemiBold"/>
                <a:sym typeface="Nunito SemiBold"/>
              </a:rPr>
              <a:t>abla de Contenidos</a:t>
            </a:r>
            <a:endParaRPr sz="3800">
              <a:solidFill>
                <a:schemeClr val="dk1"/>
              </a:solidFill>
              <a:latin typeface="Calibri"/>
              <a:ea typeface="Calibri"/>
              <a:cs typeface="Calibri"/>
              <a:sym typeface="Calibri"/>
            </a:endParaRPr>
          </a:p>
        </p:txBody>
      </p:sp>
      <p:sp>
        <p:nvSpPr>
          <p:cNvPr id="2080" name="Google Shape;2080;p2"/>
          <p:cNvSpPr/>
          <p:nvPr/>
        </p:nvSpPr>
        <p:spPr>
          <a:xfrm>
            <a:off x="719852" y="1566246"/>
            <a:ext cx="131907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2000">
                <a:solidFill>
                  <a:schemeClr val="dk1"/>
                </a:solidFill>
                <a:latin typeface="PT Sans"/>
                <a:ea typeface="PT Sans"/>
                <a:cs typeface="PT Sans"/>
                <a:sym typeface="PT Sans"/>
              </a:rPr>
              <a:t>Explore los puntos clave de nuestra presentación para comprender la visión y el impacto de EventRadar.</a:t>
            </a:r>
            <a:endParaRPr sz="2000">
              <a:solidFill>
                <a:schemeClr val="dk1"/>
              </a:solidFill>
              <a:latin typeface="Calibri"/>
              <a:ea typeface="Calibri"/>
              <a:cs typeface="Calibri"/>
              <a:sym typeface="Calibri"/>
            </a:endParaRPr>
          </a:p>
        </p:txBody>
      </p:sp>
      <p:sp>
        <p:nvSpPr>
          <p:cNvPr id="2081" name="Google Shape;2081;p2"/>
          <p:cNvSpPr/>
          <p:nvPr/>
        </p:nvSpPr>
        <p:spPr>
          <a:xfrm>
            <a:off x="719852" y="2306479"/>
            <a:ext cx="462677" cy="462677"/>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2" name="Google Shape;2082;p2"/>
          <p:cNvSpPr/>
          <p:nvPr/>
        </p:nvSpPr>
        <p:spPr>
          <a:xfrm>
            <a:off x="806053" y="2356366"/>
            <a:ext cx="290274" cy="3629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a:t>
            </a:r>
            <a:endParaRPr sz="2250">
              <a:solidFill>
                <a:schemeClr val="accent4"/>
              </a:solidFill>
              <a:latin typeface="Calibri"/>
              <a:ea typeface="Calibri"/>
              <a:cs typeface="Calibri"/>
              <a:sym typeface="Calibri"/>
            </a:endParaRPr>
          </a:p>
        </p:txBody>
      </p:sp>
      <p:sp>
        <p:nvSpPr>
          <p:cNvPr id="2083" name="Google Shape;2083;p2"/>
          <p:cNvSpPr/>
          <p:nvPr/>
        </p:nvSpPr>
        <p:spPr>
          <a:xfrm>
            <a:off x="1388150" y="2377083"/>
            <a:ext cx="2419588" cy="30241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Contexto</a:t>
            </a:r>
            <a:endParaRPr sz="1900">
              <a:solidFill>
                <a:schemeClr val="dk1"/>
              </a:solidFill>
              <a:latin typeface="Calibri"/>
              <a:ea typeface="Calibri"/>
              <a:cs typeface="Calibri"/>
              <a:sym typeface="Calibri"/>
            </a:endParaRPr>
          </a:p>
        </p:txBody>
      </p:sp>
      <p:sp>
        <p:nvSpPr>
          <p:cNvPr id="2084" name="Google Shape;2084;p2"/>
          <p:cNvSpPr/>
          <p:nvPr/>
        </p:nvSpPr>
        <p:spPr>
          <a:xfrm>
            <a:off x="1388150" y="2802850"/>
            <a:ext cx="3557230" cy="32897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Panorama actual de los eventos locales.</a:t>
            </a:r>
            <a:endParaRPr sz="1600">
              <a:solidFill>
                <a:schemeClr val="dk1"/>
              </a:solidFill>
              <a:latin typeface="Calibri"/>
              <a:ea typeface="Calibri"/>
              <a:cs typeface="Calibri"/>
              <a:sym typeface="Calibri"/>
            </a:endParaRPr>
          </a:p>
        </p:txBody>
      </p:sp>
      <p:sp>
        <p:nvSpPr>
          <p:cNvPr id="2085" name="Google Shape;2085;p2"/>
          <p:cNvSpPr/>
          <p:nvPr/>
        </p:nvSpPr>
        <p:spPr>
          <a:xfrm>
            <a:off x="5202436" y="2306479"/>
            <a:ext cx="462677" cy="462677"/>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6" name="Google Shape;2086;p2"/>
          <p:cNvSpPr/>
          <p:nvPr/>
        </p:nvSpPr>
        <p:spPr>
          <a:xfrm>
            <a:off x="5288637" y="2356366"/>
            <a:ext cx="290274" cy="36290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2</a:t>
            </a:r>
            <a:endParaRPr sz="2250">
              <a:solidFill>
                <a:schemeClr val="accent4"/>
              </a:solidFill>
              <a:latin typeface="Calibri"/>
              <a:ea typeface="Calibri"/>
              <a:cs typeface="Calibri"/>
              <a:sym typeface="Calibri"/>
            </a:endParaRPr>
          </a:p>
        </p:txBody>
      </p:sp>
      <p:sp>
        <p:nvSpPr>
          <p:cNvPr id="2087" name="Google Shape;2087;p2"/>
          <p:cNvSpPr/>
          <p:nvPr/>
        </p:nvSpPr>
        <p:spPr>
          <a:xfrm>
            <a:off x="5870734" y="2377083"/>
            <a:ext cx="2419588" cy="30241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Problemática</a:t>
            </a:r>
            <a:endParaRPr sz="1900">
              <a:solidFill>
                <a:schemeClr val="dk1"/>
              </a:solidFill>
              <a:latin typeface="Calibri"/>
              <a:ea typeface="Calibri"/>
              <a:cs typeface="Calibri"/>
              <a:sym typeface="Calibri"/>
            </a:endParaRPr>
          </a:p>
        </p:txBody>
      </p:sp>
      <p:sp>
        <p:nvSpPr>
          <p:cNvPr id="2088" name="Google Shape;2088;p2"/>
          <p:cNvSpPr/>
          <p:nvPr/>
        </p:nvSpPr>
        <p:spPr>
          <a:xfrm>
            <a:off x="5870734" y="2802850"/>
            <a:ext cx="3557230" cy="65793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Desafíos para organizadores y asistentes.</a:t>
            </a:r>
            <a:endParaRPr sz="1600">
              <a:solidFill>
                <a:schemeClr val="dk1"/>
              </a:solidFill>
              <a:latin typeface="Calibri"/>
              <a:ea typeface="Calibri"/>
              <a:cs typeface="Calibri"/>
              <a:sym typeface="Calibri"/>
            </a:endParaRPr>
          </a:p>
        </p:txBody>
      </p:sp>
      <p:sp>
        <p:nvSpPr>
          <p:cNvPr id="2089" name="Google Shape;2089;p2"/>
          <p:cNvSpPr/>
          <p:nvPr/>
        </p:nvSpPr>
        <p:spPr>
          <a:xfrm>
            <a:off x="719845" y="3529879"/>
            <a:ext cx="462600" cy="462600"/>
          </a:xfrm>
          <a:prstGeom prst="roundRect">
            <a:avLst>
              <a:gd fmla="val 66679"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0" name="Google Shape;2090;p2"/>
          <p:cNvSpPr/>
          <p:nvPr/>
        </p:nvSpPr>
        <p:spPr>
          <a:xfrm>
            <a:off x="806046" y="3579766"/>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4</a:t>
            </a:r>
            <a:endParaRPr sz="2250">
              <a:solidFill>
                <a:schemeClr val="accent4"/>
              </a:solidFill>
              <a:latin typeface="Calibri"/>
              <a:ea typeface="Calibri"/>
              <a:cs typeface="Calibri"/>
              <a:sym typeface="Calibri"/>
            </a:endParaRPr>
          </a:p>
        </p:txBody>
      </p:sp>
      <p:sp>
        <p:nvSpPr>
          <p:cNvPr id="2091" name="Google Shape;2091;p2"/>
          <p:cNvSpPr/>
          <p:nvPr/>
        </p:nvSpPr>
        <p:spPr>
          <a:xfrm>
            <a:off x="1388143" y="360048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Solución</a:t>
            </a:r>
            <a:endParaRPr sz="1900">
              <a:solidFill>
                <a:schemeClr val="dk1"/>
              </a:solidFill>
              <a:latin typeface="Calibri"/>
              <a:ea typeface="Calibri"/>
              <a:cs typeface="Calibri"/>
              <a:sym typeface="Calibri"/>
            </a:endParaRPr>
          </a:p>
        </p:txBody>
      </p:sp>
      <p:sp>
        <p:nvSpPr>
          <p:cNvPr id="2092" name="Google Shape;2092;p2"/>
          <p:cNvSpPr/>
          <p:nvPr/>
        </p:nvSpPr>
        <p:spPr>
          <a:xfrm>
            <a:off x="1388143" y="4026275"/>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Cómo EventRadar resuelve estos problemas.</a:t>
            </a:r>
            <a:endParaRPr sz="1600">
              <a:solidFill>
                <a:schemeClr val="dk1"/>
              </a:solidFill>
              <a:latin typeface="Calibri"/>
              <a:ea typeface="Calibri"/>
              <a:cs typeface="Calibri"/>
              <a:sym typeface="Calibri"/>
            </a:endParaRPr>
          </a:p>
        </p:txBody>
      </p:sp>
      <p:sp>
        <p:nvSpPr>
          <p:cNvPr id="2093" name="Google Shape;2093;p2"/>
          <p:cNvSpPr/>
          <p:nvPr/>
        </p:nvSpPr>
        <p:spPr>
          <a:xfrm>
            <a:off x="5202427" y="3685582"/>
            <a:ext cx="462600" cy="462600"/>
          </a:xfrm>
          <a:prstGeom prst="roundRect">
            <a:avLst>
              <a:gd fmla="val 66679"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4" name="Google Shape;2094;p2"/>
          <p:cNvSpPr/>
          <p:nvPr/>
        </p:nvSpPr>
        <p:spPr>
          <a:xfrm>
            <a:off x="5288628" y="3735469"/>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5</a:t>
            </a:r>
            <a:endParaRPr sz="2250">
              <a:solidFill>
                <a:schemeClr val="accent4"/>
              </a:solidFill>
              <a:latin typeface="Calibri"/>
              <a:ea typeface="Calibri"/>
              <a:cs typeface="Calibri"/>
              <a:sym typeface="Calibri"/>
            </a:endParaRPr>
          </a:p>
        </p:txBody>
      </p:sp>
      <p:sp>
        <p:nvSpPr>
          <p:cNvPr id="2095" name="Google Shape;2095;p2"/>
          <p:cNvSpPr/>
          <p:nvPr/>
        </p:nvSpPr>
        <p:spPr>
          <a:xfrm>
            <a:off x="5870725" y="375618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Arquitectura</a:t>
            </a:r>
            <a:endParaRPr sz="1900">
              <a:solidFill>
                <a:schemeClr val="dk1"/>
              </a:solidFill>
              <a:latin typeface="Calibri"/>
              <a:ea typeface="Calibri"/>
              <a:cs typeface="Calibri"/>
              <a:sym typeface="Calibri"/>
            </a:endParaRPr>
          </a:p>
        </p:txBody>
      </p:sp>
      <p:sp>
        <p:nvSpPr>
          <p:cNvPr id="2096" name="Google Shape;2096;p2"/>
          <p:cNvSpPr/>
          <p:nvPr/>
        </p:nvSpPr>
        <p:spPr>
          <a:xfrm>
            <a:off x="5870725" y="4181953"/>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Tecnología y estructura subyacente.</a:t>
            </a:r>
            <a:endParaRPr sz="1600">
              <a:solidFill>
                <a:schemeClr val="dk1"/>
              </a:solidFill>
              <a:latin typeface="Calibri"/>
              <a:ea typeface="Calibri"/>
              <a:cs typeface="Calibri"/>
              <a:sym typeface="Calibri"/>
            </a:endParaRPr>
          </a:p>
        </p:txBody>
      </p:sp>
      <p:sp>
        <p:nvSpPr>
          <p:cNvPr id="2097" name="Google Shape;2097;p2"/>
          <p:cNvSpPr/>
          <p:nvPr/>
        </p:nvSpPr>
        <p:spPr>
          <a:xfrm>
            <a:off x="9685011" y="3685582"/>
            <a:ext cx="462600" cy="462600"/>
          </a:xfrm>
          <a:prstGeom prst="roundRect">
            <a:avLst>
              <a:gd fmla="val 66679" name="adj"/>
            </a:avLst>
          </a:prstGeom>
          <a:solidFill>
            <a:srgbClr val="553868"/>
          </a:solidFill>
          <a:ln cap="flat" cmpd="sng" w="22850">
            <a:solidFill>
              <a:srgbClr val="59ABA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8" name="Google Shape;2098;p2"/>
          <p:cNvSpPr/>
          <p:nvPr/>
        </p:nvSpPr>
        <p:spPr>
          <a:xfrm>
            <a:off x="9771212" y="3735469"/>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rgbClr val="D4C7E3"/>
                </a:solidFill>
                <a:latin typeface="Nunito SemiBold"/>
                <a:ea typeface="Nunito SemiBold"/>
                <a:cs typeface="Nunito SemiBold"/>
                <a:sym typeface="Nunito SemiBold"/>
              </a:rPr>
              <a:t>6</a:t>
            </a:r>
            <a:endParaRPr sz="2250">
              <a:solidFill>
                <a:srgbClr val="D4C7E3"/>
              </a:solidFill>
              <a:latin typeface="Calibri"/>
              <a:ea typeface="Calibri"/>
              <a:cs typeface="Calibri"/>
              <a:sym typeface="Calibri"/>
            </a:endParaRPr>
          </a:p>
        </p:txBody>
      </p:sp>
      <p:sp>
        <p:nvSpPr>
          <p:cNvPr id="2099" name="Google Shape;2099;p2"/>
          <p:cNvSpPr/>
          <p:nvPr/>
        </p:nvSpPr>
        <p:spPr>
          <a:xfrm>
            <a:off x="10353309" y="375618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Metodología</a:t>
            </a:r>
            <a:endParaRPr sz="1900">
              <a:solidFill>
                <a:schemeClr val="dk1"/>
              </a:solidFill>
              <a:latin typeface="Calibri"/>
              <a:ea typeface="Calibri"/>
              <a:cs typeface="Calibri"/>
              <a:sym typeface="Calibri"/>
            </a:endParaRPr>
          </a:p>
        </p:txBody>
      </p:sp>
      <p:sp>
        <p:nvSpPr>
          <p:cNvPr id="2100" name="Google Shape;2100;p2"/>
          <p:cNvSpPr/>
          <p:nvPr/>
        </p:nvSpPr>
        <p:spPr>
          <a:xfrm>
            <a:off x="10353309" y="4181953"/>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Enfoque de desarrollo e implementación.</a:t>
            </a:r>
            <a:endParaRPr sz="1600">
              <a:solidFill>
                <a:schemeClr val="dk1"/>
              </a:solidFill>
              <a:latin typeface="Calibri"/>
              <a:ea typeface="Calibri"/>
              <a:cs typeface="Calibri"/>
              <a:sym typeface="Calibri"/>
            </a:endParaRPr>
          </a:p>
        </p:txBody>
      </p:sp>
      <p:sp>
        <p:nvSpPr>
          <p:cNvPr id="2101" name="Google Shape;2101;p2"/>
          <p:cNvSpPr/>
          <p:nvPr/>
        </p:nvSpPr>
        <p:spPr>
          <a:xfrm>
            <a:off x="719845" y="5082245"/>
            <a:ext cx="462600" cy="462600"/>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2" name="Google Shape;2102;p2"/>
          <p:cNvSpPr/>
          <p:nvPr/>
        </p:nvSpPr>
        <p:spPr>
          <a:xfrm>
            <a:off x="806046" y="5132132"/>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7</a:t>
            </a:r>
            <a:endParaRPr sz="2250">
              <a:solidFill>
                <a:schemeClr val="accent4"/>
              </a:solidFill>
              <a:latin typeface="Calibri"/>
              <a:ea typeface="Calibri"/>
              <a:cs typeface="Calibri"/>
              <a:sym typeface="Calibri"/>
            </a:endParaRPr>
          </a:p>
        </p:txBody>
      </p:sp>
      <p:sp>
        <p:nvSpPr>
          <p:cNvPr id="2103" name="Google Shape;2103;p2"/>
          <p:cNvSpPr/>
          <p:nvPr/>
        </p:nvSpPr>
        <p:spPr>
          <a:xfrm>
            <a:off x="1388143" y="5152849"/>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Requerimientos</a:t>
            </a:r>
            <a:endParaRPr sz="1900">
              <a:solidFill>
                <a:schemeClr val="dk1"/>
              </a:solidFill>
              <a:latin typeface="Nunito SemiBold"/>
              <a:ea typeface="Nunito SemiBold"/>
              <a:cs typeface="Nunito SemiBold"/>
              <a:sym typeface="Nunito SemiBold"/>
            </a:endParaRPr>
          </a:p>
        </p:txBody>
      </p:sp>
      <p:sp>
        <p:nvSpPr>
          <p:cNvPr id="2104" name="Google Shape;2104;p2"/>
          <p:cNvSpPr/>
          <p:nvPr/>
        </p:nvSpPr>
        <p:spPr>
          <a:xfrm>
            <a:off x="1388143" y="5578616"/>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Presentación de los miembros del proyecto.</a:t>
            </a:r>
            <a:endParaRPr sz="1600">
              <a:solidFill>
                <a:schemeClr val="dk1"/>
              </a:solidFill>
              <a:latin typeface="Calibri"/>
              <a:ea typeface="Calibri"/>
              <a:cs typeface="Calibri"/>
              <a:sym typeface="Calibri"/>
            </a:endParaRPr>
          </a:p>
        </p:txBody>
      </p:sp>
      <p:sp>
        <p:nvSpPr>
          <p:cNvPr id="2105" name="Google Shape;2105;p2"/>
          <p:cNvSpPr/>
          <p:nvPr/>
        </p:nvSpPr>
        <p:spPr>
          <a:xfrm>
            <a:off x="9672977" y="5312059"/>
            <a:ext cx="462600" cy="462600"/>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6" name="Google Shape;2106;p2"/>
          <p:cNvSpPr/>
          <p:nvPr/>
        </p:nvSpPr>
        <p:spPr>
          <a:xfrm>
            <a:off x="9759178" y="5361947"/>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9</a:t>
            </a:r>
            <a:endParaRPr sz="2250">
              <a:solidFill>
                <a:schemeClr val="accent4"/>
              </a:solidFill>
              <a:latin typeface="Calibri"/>
              <a:ea typeface="Calibri"/>
              <a:cs typeface="Calibri"/>
              <a:sym typeface="Calibri"/>
            </a:endParaRPr>
          </a:p>
        </p:txBody>
      </p:sp>
      <p:sp>
        <p:nvSpPr>
          <p:cNvPr id="2107" name="Google Shape;2107;p2"/>
          <p:cNvSpPr/>
          <p:nvPr/>
        </p:nvSpPr>
        <p:spPr>
          <a:xfrm>
            <a:off x="10341275" y="538266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Historias de Usuario</a:t>
            </a:r>
            <a:endParaRPr sz="1900">
              <a:solidFill>
                <a:schemeClr val="dk1"/>
              </a:solidFill>
              <a:latin typeface="Calibri"/>
              <a:ea typeface="Calibri"/>
              <a:cs typeface="Calibri"/>
              <a:sym typeface="Calibri"/>
            </a:endParaRPr>
          </a:p>
        </p:txBody>
      </p:sp>
      <p:sp>
        <p:nvSpPr>
          <p:cNvPr id="2108" name="Google Shape;2108;p2"/>
          <p:cNvSpPr/>
          <p:nvPr/>
        </p:nvSpPr>
        <p:spPr>
          <a:xfrm>
            <a:off x="10341275" y="5808431"/>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Casos de uso y necesidades clave.</a:t>
            </a:r>
            <a:endParaRPr sz="1600">
              <a:solidFill>
                <a:schemeClr val="dk1"/>
              </a:solidFill>
              <a:latin typeface="Calibri"/>
              <a:ea typeface="Calibri"/>
              <a:cs typeface="Calibri"/>
              <a:sym typeface="Calibri"/>
            </a:endParaRPr>
          </a:p>
        </p:txBody>
      </p:sp>
      <p:sp>
        <p:nvSpPr>
          <p:cNvPr id="2109" name="Google Shape;2109;p2"/>
          <p:cNvSpPr/>
          <p:nvPr/>
        </p:nvSpPr>
        <p:spPr>
          <a:xfrm>
            <a:off x="719861" y="6498072"/>
            <a:ext cx="462600" cy="462600"/>
          </a:xfrm>
          <a:prstGeom prst="roundRect">
            <a:avLst>
              <a:gd fmla="val 66679"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0" name="Google Shape;2110;p2"/>
          <p:cNvSpPr/>
          <p:nvPr/>
        </p:nvSpPr>
        <p:spPr>
          <a:xfrm>
            <a:off x="719844" y="6547900"/>
            <a:ext cx="4230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10</a:t>
            </a:r>
            <a:endParaRPr sz="2250">
              <a:solidFill>
                <a:schemeClr val="accent4"/>
              </a:solidFill>
              <a:latin typeface="Calibri"/>
              <a:ea typeface="Calibri"/>
              <a:cs typeface="Calibri"/>
              <a:sym typeface="Calibri"/>
            </a:endParaRPr>
          </a:p>
        </p:txBody>
      </p:sp>
      <p:sp>
        <p:nvSpPr>
          <p:cNvPr id="2111" name="Google Shape;2111;p2"/>
          <p:cNvSpPr/>
          <p:nvPr/>
        </p:nvSpPr>
        <p:spPr>
          <a:xfrm>
            <a:off x="1388159" y="656867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Sprints</a:t>
            </a:r>
            <a:endParaRPr sz="1900">
              <a:solidFill>
                <a:schemeClr val="dk1"/>
              </a:solidFill>
              <a:latin typeface="Calibri"/>
              <a:ea typeface="Calibri"/>
              <a:cs typeface="Calibri"/>
              <a:sym typeface="Calibri"/>
            </a:endParaRPr>
          </a:p>
        </p:txBody>
      </p:sp>
      <p:sp>
        <p:nvSpPr>
          <p:cNvPr id="2112" name="Google Shape;2112;p2"/>
          <p:cNvSpPr/>
          <p:nvPr/>
        </p:nvSpPr>
        <p:spPr>
          <a:xfrm>
            <a:off x="1388159" y="6994444"/>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Planificación de iteraciones y entregas.</a:t>
            </a:r>
            <a:endParaRPr sz="1600">
              <a:solidFill>
                <a:schemeClr val="dk1"/>
              </a:solidFill>
              <a:latin typeface="Calibri"/>
              <a:ea typeface="Calibri"/>
              <a:cs typeface="Calibri"/>
              <a:sym typeface="Calibri"/>
            </a:endParaRPr>
          </a:p>
        </p:txBody>
      </p:sp>
      <p:sp>
        <p:nvSpPr>
          <p:cNvPr id="2113" name="Google Shape;2113;p2"/>
          <p:cNvSpPr/>
          <p:nvPr/>
        </p:nvSpPr>
        <p:spPr>
          <a:xfrm>
            <a:off x="5239508" y="5091822"/>
            <a:ext cx="462600" cy="462600"/>
          </a:xfrm>
          <a:prstGeom prst="roundRect">
            <a:avLst>
              <a:gd fmla="val 66679"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4" name="Google Shape;2114;p2"/>
          <p:cNvSpPr/>
          <p:nvPr/>
        </p:nvSpPr>
        <p:spPr>
          <a:xfrm>
            <a:off x="5325709" y="5141710"/>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8</a:t>
            </a:r>
            <a:endParaRPr sz="2250">
              <a:solidFill>
                <a:schemeClr val="accent4"/>
              </a:solidFill>
              <a:latin typeface="Calibri"/>
              <a:ea typeface="Calibri"/>
              <a:cs typeface="Calibri"/>
              <a:sym typeface="Calibri"/>
            </a:endParaRPr>
          </a:p>
        </p:txBody>
      </p:sp>
      <p:sp>
        <p:nvSpPr>
          <p:cNvPr id="2115" name="Google Shape;2115;p2"/>
          <p:cNvSpPr/>
          <p:nvPr/>
        </p:nvSpPr>
        <p:spPr>
          <a:xfrm>
            <a:off x="5907805" y="5162426"/>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Carta Gantt</a:t>
            </a:r>
            <a:endParaRPr sz="1900">
              <a:solidFill>
                <a:schemeClr val="dk1"/>
              </a:solidFill>
              <a:latin typeface="Nunito SemiBold"/>
              <a:ea typeface="Nunito SemiBold"/>
              <a:cs typeface="Nunito SemiBold"/>
              <a:sym typeface="Nunito SemiBold"/>
            </a:endParaRPr>
          </a:p>
          <a:p>
            <a:pPr indent="0" lvl="0" marL="0" marR="0" rtl="0" algn="l">
              <a:lnSpc>
                <a:spcPct val="123684"/>
              </a:lnSpc>
              <a:spcBef>
                <a:spcPts val="0"/>
              </a:spcBef>
              <a:spcAft>
                <a:spcPts val="0"/>
              </a:spcAft>
              <a:buClr>
                <a:srgbClr val="FFFFFF"/>
              </a:buClr>
              <a:buSzPts val="1900"/>
              <a:buFont typeface="Nunito SemiBold"/>
              <a:buNone/>
            </a:pPr>
            <a:r>
              <a:t/>
            </a:r>
            <a:endParaRPr sz="1900">
              <a:solidFill>
                <a:schemeClr val="dk1"/>
              </a:solidFill>
              <a:latin typeface="Nunito SemiBold"/>
              <a:ea typeface="Nunito SemiBold"/>
              <a:cs typeface="Nunito SemiBold"/>
              <a:sym typeface="Nunito SemiBold"/>
            </a:endParaRPr>
          </a:p>
        </p:txBody>
      </p:sp>
      <p:sp>
        <p:nvSpPr>
          <p:cNvPr id="2116" name="Google Shape;2116;p2"/>
          <p:cNvSpPr/>
          <p:nvPr/>
        </p:nvSpPr>
        <p:spPr>
          <a:xfrm>
            <a:off x="5907805" y="5588194"/>
            <a:ext cx="35571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Cronograma detallado del proyecto.</a:t>
            </a:r>
            <a:endParaRPr sz="1600">
              <a:solidFill>
                <a:schemeClr val="dk1"/>
              </a:solidFill>
              <a:latin typeface="Calibri"/>
              <a:ea typeface="Calibri"/>
              <a:cs typeface="Calibri"/>
              <a:sym typeface="Calibri"/>
            </a:endParaRPr>
          </a:p>
          <a:p>
            <a:pPr indent="0" lvl="0" marL="0" marR="0" rtl="0" algn="l">
              <a:lnSpc>
                <a:spcPct val="159375"/>
              </a:lnSpc>
              <a:spcBef>
                <a:spcPts val="0"/>
              </a:spcBef>
              <a:spcAft>
                <a:spcPts val="0"/>
              </a:spcAft>
              <a:buClr>
                <a:srgbClr val="FFFFFF"/>
              </a:buClr>
              <a:buSzPts val="1600"/>
              <a:buFont typeface="PT Sans"/>
              <a:buNone/>
            </a:pPr>
            <a:r>
              <a:t/>
            </a:r>
            <a:endParaRPr sz="1600">
              <a:solidFill>
                <a:schemeClr val="dk1"/>
              </a:solidFill>
              <a:latin typeface="PT Sans"/>
              <a:ea typeface="PT Sans"/>
              <a:cs typeface="PT Sans"/>
              <a:sym typeface="PT Sans"/>
            </a:endParaRPr>
          </a:p>
        </p:txBody>
      </p:sp>
      <p:sp>
        <p:nvSpPr>
          <p:cNvPr id="2117" name="Google Shape;2117;p2"/>
          <p:cNvSpPr/>
          <p:nvPr/>
        </p:nvSpPr>
        <p:spPr>
          <a:xfrm>
            <a:off x="5236877" y="6498068"/>
            <a:ext cx="462600" cy="462600"/>
          </a:xfrm>
          <a:prstGeom prst="roundRect">
            <a:avLst>
              <a:gd fmla="val 66679" name="adj"/>
            </a:avLst>
          </a:prstGeom>
          <a:solidFill>
            <a:srgbClr val="553868"/>
          </a:solidFill>
          <a:ln cap="flat" cmpd="sng" w="22850">
            <a:solidFill>
              <a:srgbClr val="59ABA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8" name="Google Shape;2118;p2"/>
          <p:cNvSpPr/>
          <p:nvPr/>
        </p:nvSpPr>
        <p:spPr>
          <a:xfrm>
            <a:off x="5202423" y="6547900"/>
            <a:ext cx="5316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11</a:t>
            </a:r>
            <a:endParaRPr sz="2250">
              <a:solidFill>
                <a:schemeClr val="accent4"/>
              </a:solidFill>
              <a:latin typeface="Calibri"/>
              <a:ea typeface="Calibri"/>
              <a:cs typeface="Calibri"/>
              <a:sym typeface="Calibri"/>
            </a:endParaRPr>
          </a:p>
        </p:txBody>
      </p:sp>
      <p:sp>
        <p:nvSpPr>
          <p:cNvPr id="2119" name="Google Shape;2119;p2"/>
          <p:cNvSpPr/>
          <p:nvPr/>
        </p:nvSpPr>
        <p:spPr>
          <a:xfrm>
            <a:off x="5905175" y="6568672"/>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Evidencia</a:t>
            </a:r>
            <a:endParaRPr sz="1900">
              <a:solidFill>
                <a:schemeClr val="dk1"/>
              </a:solidFill>
              <a:latin typeface="Nunito SemiBold"/>
              <a:ea typeface="Nunito SemiBold"/>
              <a:cs typeface="Nunito SemiBold"/>
              <a:sym typeface="Nunito SemiBold"/>
            </a:endParaRPr>
          </a:p>
          <a:p>
            <a:pPr indent="0" lvl="0" marL="0" marR="0" rtl="0" algn="l">
              <a:lnSpc>
                <a:spcPct val="123684"/>
              </a:lnSpc>
              <a:spcBef>
                <a:spcPts val="0"/>
              </a:spcBef>
              <a:spcAft>
                <a:spcPts val="0"/>
              </a:spcAft>
              <a:buClr>
                <a:srgbClr val="FFFFFF"/>
              </a:buClr>
              <a:buSzPts val="1900"/>
              <a:buFont typeface="Nunito SemiBold"/>
              <a:buNone/>
            </a:pPr>
            <a:r>
              <a:t/>
            </a:r>
            <a:endParaRPr sz="1900">
              <a:solidFill>
                <a:schemeClr val="dk1"/>
              </a:solidFill>
              <a:latin typeface="Nunito SemiBold"/>
              <a:ea typeface="Nunito SemiBold"/>
              <a:cs typeface="Nunito SemiBold"/>
              <a:sym typeface="Nunito SemiBold"/>
            </a:endParaRPr>
          </a:p>
        </p:txBody>
      </p:sp>
      <p:sp>
        <p:nvSpPr>
          <p:cNvPr id="2120" name="Google Shape;2120;p2"/>
          <p:cNvSpPr/>
          <p:nvPr/>
        </p:nvSpPr>
        <p:spPr>
          <a:xfrm>
            <a:off x="5905175" y="6994439"/>
            <a:ext cx="5798400" cy="329100"/>
          </a:xfrm>
          <a:prstGeom prst="rect">
            <a:avLst/>
          </a:prstGeom>
          <a:noFill/>
          <a:ln>
            <a:noFill/>
          </a:ln>
        </p:spPr>
        <p:txBody>
          <a:bodyPr anchorCtr="0" anchor="t" bIns="0" lIns="0" spcFirstLastPara="1" rIns="0" wrap="square" tIns="0">
            <a:noAutofit/>
          </a:bodyPr>
          <a:lstStyle/>
          <a:p>
            <a:pPr indent="0" lvl="0" marL="0" rtl="0" algn="l">
              <a:lnSpc>
                <a:spcPct val="159375"/>
              </a:lnSpc>
              <a:spcBef>
                <a:spcPts val="0"/>
              </a:spcBef>
              <a:spcAft>
                <a:spcPts val="0"/>
              </a:spcAft>
              <a:buClr>
                <a:schemeClr val="lt1"/>
              </a:buClr>
              <a:buSzPts val="1600"/>
              <a:buFont typeface="PT Sans"/>
              <a:buNone/>
            </a:pPr>
            <a:r>
              <a:rPr lang="en-US" sz="1600">
                <a:solidFill>
                  <a:schemeClr val="dk1"/>
                </a:solidFill>
                <a:latin typeface="PT Sans"/>
                <a:ea typeface="PT Sans"/>
                <a:cs typeface="PT Sans"/>
                <a:sym typeface="PT Sans"/>
              </a:rPr>
              <a:t>D</a:t>
            </a:r>
            <a:r>
              <a:rPr lang="en-US" sz="1600">
                <a:solidFill>
                  <a:schemeClr val="dk1"/>
                </a:solidFill>
                <a:latin typeface="PT Sans"/>
                <a:ea typeface="PT Sans"/>
                <a:cs typeface="PT Sans"/>
                <a:sym typeface="PT Sans"/>
              </a:rPr>
              <a:t>emostración de prototipos y avances.</a:t>
            </a:r>
            <a:endParaRPr sz="1600">
              <a:solidFill>
                <a:schemeClr val="dk1"/>
              </a:solidFill>
              <a:latin typeface="Calibri"/>
              <a:ea typeface="Calibri"/>
              <a:cs typeface="Calibri"/>
              <a:sym typeface="Calibri"/>
            </a:endParaRPr>
          </a:p>
        </p:txBody>
      </p:sp>
      <p:sp>
        <p:nvSpPr>
          <p:cNvPr id="2121" name="Google Shape;2121;p2"/>
          <p:cNvSpPr/>
          <p:nvPr/>
        </p:nvSpPr>
        <p:spPr>
          <a:xfrm>
            <a:off x="9707430" y="6539143"/>
            <a:ext cx="462600" cy="462600"/>
          </a:xfrm>
          <a:prstGeom prst="roundRect">
            <a:avLst>
              <a:gd fmla="val 66679"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2" name="Google Shape;2122;p2"/>
          <p:cNvSpPr/>
          <p:nvPr/>
        </p:nvSpPr>
        <p:spPr>
          <a:xfrm>
            <a:off x="9672978" y="6580225"/>
            <a:ext cx="5316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12</a:t>
            </a:r>
            <a:endParaRPr sz="2250">
              <a:solidFill>
                <a:schemeClr val="accent4"/>
              </a:solidFill>
              <a:latin typeface="Calibri"/>
              <a:ea typeface="Calibri"/>
              <a:cs typeface="Calibri"/>
              <a:sym typeface="Calibri"/>
            </a:endParaRPr>
          </a:p>
        </p:txBody>
      </p:sp>
      <p:sp>
        <p:nvSpPr>
          <p:cNvPr id="2123" name="Google Shape;2123;p2"/>
          <p:cNvSpPr/>
          <p:nvPr/>
        </p:nvSpPr>
        <p:spPr>
          <a:xfrm>
            <a:off x="10375728" y="6609747"/>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Conclusión</a:t>
            </a:r>
            <a:endParaRPr sz="1900">
              <a:solidFill>
                <a:schemeClr val="dk1"/>
              </a:solidFill>
              <a:latin typeface="Calibri"/>
              <a:ea typeface="Calibri"/>
              <a:cs typeface="Calibri"/>
              <a:sym typeface="Calibri"/>
            </a:endParaRPr>
          </a:p>
        </p:txBody>
      </p:sp>
      <p:sp>
        <p:nvSpPr>
          <p:cNvPr id="2124" name="Google Shape;2124;p2"/>
          <p:cNvSpPr/>
          <p:nvPr/>
        </p:nvSpPr>
        <p:spPr>
          <a:xfrm>
            <a:off x="10375728" y="7035514"/>
            <a:ext cx="5798700" cy="329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Resumen final y compromiso.</a:t>
            </a:r>
            <a:endParaRPr sz="1600">
              <a:solidFill>
                <a:schemeClr val="dk1"/>
              </a:solidFill>
              <a:latin typeface="Calibri"/>
              <a:ea typeface="Calibri"/>
              <a:cs typeface="Calibri"/>
              <a:sym typeface="Calibri"/>
            </a:endParaRPr>
          </a:p>
        </p:txBody>
      </p:sp>
      <p:sp>
        <p:nvSpPr>
          <p:cNvPr id="2125" name="Google Shape;2125;p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126" name="Google Shape;2126;p2"/>
          <p:cNvSpPr/>
          <p:nvPr/>
        </p:nvSpPr>
        <p:spPr>
          <a:xfrm>
            <a:off x="9685036" y="2213329"/>
            <a:ext cx="462600" cy="462600"/>
          </a:xfrm>
          <a:prstGeom prst="roundRect">
            <a:avLst>
              <a:gd fmla="val 66679" name="adj"/>
            </a:avLst>
          </a:prstGeom>
          <a:solidFill>
            <a:srgbClr val="553868"/>
          </a:solidFill>
          <a:ln cap="flat" cmpd="sng" w="22850">
            <a:solidFill>
              <a:srgbClr val="D742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7" name="Google Shape;2127;p2"/>
          <p:cNvSpPr/>
          <p:nvPr/>
        </p:nvSpPr>
        <p:spPr>
          <a:xfrm>
            <a:off x="9771237" y="2263216"/>
            <a:ext cx="290400" cy="36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2250"/>
              <a:buFont typeface="Nunito SemiBold"/>
              <a:buNone/>
            </a:pPr>
            <a:r>
              <a:rPr lang="en-US" sz="2250">
                <a:solidFill>
                  <a:schemeClr val="accent4"/>
                </a:solidFill>
                <a:latin typeface="Nunito SemiBold"/>
                <a:ea typeface="Nunito SemiBold"/>
                <a:cs typeface="Nunito SemiBold"/>
                <a:sym typeface="Nunito SemiBold"/>
              </a:rPr>
              <a:t>3</a:t>
            </a:r>
            <a:endParaRPr sz="2250">
              <a:solidFill>
                <a:schemeClr val="accent4"/>
              </a:solidFill>
              <a:latin typeface="Calibri"/>
              <a:ea typeface="Calibri"/>
              <a:cs typeface="Calibri"/>
              <a:sym typeface="Calibri"/>
            </a:endParaRPr>
          </a:p>
        </p:txBody>
      </p:sp>
      <p:sp>
        <p:nvSpPr>
          <p:cNvPr id="2128" name="Google Shape;2128;p2"/>
          <p:cNvSpPr/>
          <p:nvPr/>
        </p:nvSpPr>
        <p:spPr>
          <a:xfrm>
            <a:off x="10353334" y="2283933"/>
            <a:ext cx="2419500" cy="3024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FFFFFF"/>
              </a:buClr>
              <a:buSzPts val="1900"/>
              <a:buFont typeface="Nunito SemiBold"/>
              <a:buNone/>
            </a:pPr>
            <a:r>
              <a:rPr lang="en-US" sz="1900">
                <a:solidFill>
                  <a:schemeClr val="dk1"/>
                </a:solidFill>
                <a:latin typeface="Nunito SemiBold"/>
                <a:ea typeface="Nunito SemiBold"/>
                <a:cs typeface="Nunito SemiBold"/>
                <a:sym typeface="Nunito SemiBold"/>
              </a:rPr>
              <a:t>Necesidades</a:t>
            </a:r>
            <a:endParaRPr sz="1900">
              <a:solidFill>
                <a:schemeClr val="dk1"/>
              </a:solidFill>
              <a:latin typeface="Calibri"/>
              <a:ea typeface="Calibri"/>
              <a:cs typeface="Calibri"/>
              <a:sym typeface="Calibri"/>
            </a:endParaRPr>
          </a:p>
        </p:txBody>
      </p:sp>
      <p:sp>
        <p:nvSpPr>
          <p:cNvPr id="2129" name="Google Shape;2129;p2"/>
          <p:cNvSpPr/>
          <p:nvPr/>
        </p:nvSpPr>
        <p:spPr>
          <a:xfrm>
            <a:off x="10353334" y="2709700"/>
            <a:ext cx="3557100" cy="65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FFFFFF"/>
              </a:buClr>
              <a:buSzPts val="1600"/>
              <a:buFont typeface="PT Sans"/>
              <a:buNone/>
            </a:pPr>
            <a:r>
              <a:rPr lang="en-US" sz="1600">
                <a:solidFill>
                  <a:schemeClr val="dk1"/>
                </a:solidFill>
                <a:latin typeface="PT Sans"/>
                <a:ea typeface="PT Sans"/>
                <a:cs typeface="PT Sans"/>
                <a:sym typeface="PT Sans"/>
              </a:rPr>
              <a:t>las necesidades del asistente y del organizador</a:t>
            </a:r>
            <a:endParaRPr sz="16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3"/>
          <p:cNvSpPr/>
          <p:nvPr/>
        </p:nvSpPr>
        <p:spPr>
          <a:xfrm>
            <a:off x="8349723" y="397798"/>
            <a:ext cx="5416800" cy="677100"/>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Nunito SemiBold"/>
              <a:buNone/>
            </a:pPr>
            <a:r>
              <a:rPr lang="en-US" sz="4250">
                <a:solidFill>
                  <a:schemeClr val="dk2"/>
                </a:solidFill>
                <a:latin typeface="Nunito SemiBold"/>
                <a:ea typeface="Nunito SemiBold"/>
                <a:cs typeface="Nunito SemiBold"/>
                <a:sym typeface="Nunito SemiBold"/>
              </a:rPr>
              <a:t>C</a:t>
            </a:r>
            <a:r>
              <a:rPr lang="en-US" sz="4250">
                <a:solidFill>
                  <a:schemeClr val="dk1"/>
                </a:solidFill>
                <a:latin typeface="Nunito SemiBold"/>
                <a:ea typeface="Nunito SemiBold"/>
                <a:cs typeface="Nunito SemiBold"/>
                <a:sym typeface="Nunito SemiBold"/>
              </a:rPr>
              <a:t>ontexto</a:t>
            </a:r>
            <a:endParaRPr sz="4250">
              <a:solidFill>
                <a:schemeClr val="dk1"/>
              </a:solidFill>
              <a:latin typeface="Calibri"/>
              <a:ea typeface="Calibri"/>
              <a:cs typeface="Calibri"/>
              <a:sym typeface="Calibri"/>
            </a:endParaRPr>
          </a:p>
        </p:txBody>
      </p:sp>
      <p:sp>
        <p:nvSpPr>
          <p:cNvPr id="2136" name="Google Shape;2136;p3"/>
          <p:cNvSpPr/>
          <p:nvPr/>
        </p:nvSpPr>
        <p:spPr>
          <a:xfrm>
            <a:off x="5795175" y="1694200"/>
            <a:ext cx="8341800" cy="6102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2250"/>
              <a:buFont typeface="PT Sans"/>
              <a:buNone/>
            </a:pPr>
            <a:r>
              <a:rPr b="1" lang="en-US" sz="3150">
                <a:solidFill>
                  <a:schemeClr val="dk1"/>
                </a:solidFill>
                <a:latin typeface="PT Sans"/>
                <a:ea typeface="PT Sans"/>
                <a:cs typeface="PT Sans"/>
                <a:sym typeface="PT Sans"/>
              </a:rPr>
              <a:t>Como parte de la experiencia obtenida al asistir a diversas actividades locales, se observó que la información sobre los eventos se encontraba distribuida en múltiples plataformas: redes sociales, afiches físicos y cuentas independientes de distintos organizadores. </a:t>
            </a:r>
            <a:endParaRPr b="1" sz="3150">
              <a:solidFill>
                <a:schemeClr val="dk1"/>
              </a:solidFill>
              <a:latin typeface="PT Sans"/>
              <a:ea typeface="PT Sans"/>
              <a:cs typeface="PT Sans"/>
              <a:sym typeface="PT Sans"/>
            </a:endParaRPr>
          </a:p>
        </p:txBody>
      </p:sp>
      <p:sp>
        <p:nvSpPr>
          <p:cNvPr id="2137" name="Google Shape;2137;p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138" name="Google Shape;2138;p3" title="ChatGPT Image 20 nov 2025, 19_25_48.png"/>
          <p:cNvPicPr preferRelativeResize="0"/>
          <p:nvPr/>
        </p:nvPicPr>
        <p:blipFill>
          <a:blip r:embed="rId4">
            <a:alphaModFix/>
          </a:blip>
          <a:stretch>
            <a:fillRect/>
          </a:stretch>
        </p:blipFill>
        <p:spPr>
          <a:xfrm>
            <a:off x="0" y="0"/>
            <a:ext cx="5416801" cy="8125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3" name="Shape 2143"/>
        <p:cNvGrpSpPr/>
        <p:nvPr/>
      </p:nvGrpSpPr>
      <p:grpSpPr>
        <a:xfrm>
          <a:off x="0" y="0"/>
          <a:ext cx="0" cy="0"/>
          <a:chOff x="0" y="0"/>
          <a:chExt cx="0" cy="0"/>
        </a:xfrm>
      </p:grpSpPr>
      <p:sp>
        <p:nvSpPr>
          <p:cNvPr id="2144" name="Google Shape;2144;p4"/>
          <p:cNvSpPr/>
          <p:nvPr/>
        </p:nvSpPr>
        <p:spPr>
          <a:xfrm>
            <a:off x="757238" y="1086326"/>
            <a:ext cx="4072771" cy="5091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200"/>
              <a:buFont typeface="Nunito SemiBold"/>
              <a:buNone/>
            </a:pPr>
            <a:r>
              <a:rPr lang="en-US" sz="3200">
                <a:solidFill>
                  <a:schemeClr val="dk2"/>
                </a:solidFill>
                <a:latin typeface="Nunito SemiBold"/>
                <a:ea typeface="Nunito SemiBold"/>
                <a:cs typeface="Nunito SemiBold"/>
                <a:sym typeface="Nunito SemiBold"/>
              </a:rPr>
              <a:t>P</a:t>
            </a:r>
            <a:r>
              <a:rPr lang="en-US" sz="3200">
                <a:solidFill>
                  <a:schemeClr val="dk1"/>
                </a:solidFill>
                <a:latin typeface="Nunito SemiBold"/>
                <a:ea typeface="Nunito SemiBold"/>
                <a:cs typeface="Nunito SemiBold"/>
                <a:sym typeface="Nunito SemiBold"/>
              </a:rPr>
              <a:t>roblemática</a:t>
            </a:r>
            <a:endParaRPr sz="3200">
              <a:solidFill>
                <a:schemeClr val="dk1"/>
              </a:solidFill>
              <a:latin typeface="Calibri"/>
              <a:ea typeface="Calibri"/>
              <a:cs typeface="Calibri"/>
              <a:sym typeface="Calibri"/>
            </a:endParaRPr>
          </a:p>
        </p:txBody>
      </p:sp>
      <p:sp>
        <p:nvSpPr>
          <p:cNvPr id="2145" name="Google Shape;2145;p4"/>
          <p:cNvSpPr/>
          <p:nvPr/>
        </p:nvSpPr>
        <p:spPr>
          <a:xfrm>
            <a:off x="757250" y="2028060"/>
            <a:ext cx="13116000" cy="1987800"/>
          </a:xfrm>
          <a:prstGeom prst="rect">
            <a:avLst/>
          </a:prstGeom>
          <a:noFill/>
          <a:ln>
            <a:noFill/>
          </a:ln>
        </p:spPr>
        <p:txBody>
          <a:bodyPr anchorCtr="0" anchor="t" bIns="0" lIns="0" spcFirstLastPara="1" rIns="0" wrap="square" tIns="0">
            <a:noAutofit/>
          </a:bodyPr>
          <a:lstStyle/>
          <a:p>
            <a:pPr indent="0" lvl="0" marL="0" rtl="0" algn="l">
              <a:lnSpc>
                <a:spcPct val="161904"/>
              </a:lnSpc>
              <a:spcBef>
                <a:spcPts val="0"/>
              </a:spcBef>
              <a:spcAft>
                <a:spcPts val="0"/>
              </a:spcAft>
              <a:buClr>
                <a:schemeClr val="dk1"/>
              </a:buClr>
              <a:buSzPts val="1100"/>
              <a:buFont typeface="Arial"/>
              <a:buNone/>
            </a:pPr>
            <a:r>
              <a:rPr b="1" lang="en-US" sz="2000">
                <a:solidFill>
                  <a:schemeClr val="dk1"/>
                </a:solidFill>
              </a:rPr>
              <a:t>La información sobre eventos locales (culturales, educativos, recreativos, musicales)</a:t>
            </a:r>
            <a:endParaRPr b="1" sz="2000">
              <a:solidFill>
                <a:schemeClr val="dk1"/>
              </a:solidFill>
            </a:endParaRPr>
          </a:p>
          <a:p>
            <a:pPr indent="0" lvl="0" marL="0" marR="0" rtl="0" algn="l">
              <a:lnSpc>
                <a:spcPct val="161904"/>
              </a:lnSpc>
              <a:spcBef>
                <a:spcPts val="0"/>
              </a:spcBef>
              <a:spcAft>
                <a:spcPts val="0"/>
              </a:spcAft>
              <a:buClr>
                <a:srgbClr val="FFFFFF"/>
              </a:buClr>
              <a:buSzPts val="2100"/>
              <a:buFont typeface="PT Sans"/>
              <a:buNone/>
            </a:pPr>
            <a:r>
              <a:rPr b="1" lang="en-US" sz="2000">
                <a:solidFill>
                  <a:schemeClr val="dk1"/>
                </a:solidFill>
              </a:rPr>
              <a:t>está dispersa en múltiples plataformas, lo que dificulta que usuarios y </a:t>
            </a:r>
            <a:r>
              <a:rPr b="1" lang="en-US" sz="2000">
                <a:solidFill>
                  <a:schemeClr val="dk1"/>
                </a:solidFill>
                <a:extLst>
                  <a:ext uri="http://customooxmlschemas.google.com/">
                    <go:slidesCustomData xmlns:go="http://customooxmlschemas.google.com/" textRoundtripDataId="0"/>
                  </a:ext>
                </a:extLst>
              </a:rPr>
              <a:t>organizadores</a:t>
            </a:r>
            <a:r>
              <a:rPr b="1" lang="en-US" sz="2000">
                <a:solidFill>
                  <a:schemeClr val="dk1"/>
                </a:solidFill>
              </a:rPr>
              <a:t> encuentren o difundan eventos de manera eficiente</a:t>
            </a:r>
            <a:r>
              <a:rPr lang="en-US" sz="1100">
                <a:solidFill>
                  <a:schemeClr val="dk1"/>
                </a:solidFill>
              </a:rPr>
              <a:t>.</a:t>
            </a:r>
            <a:endParaRPr sz="2100">
              <a:solidFill>
                <a:schemeClr val="dk1"/>
              </a:solidFill>
              <a:latin typeface="PT Sans"/>
              <a:ea typeface="PT Sans"/>
              <a:cs typeface="PT Sans"/>
              <a:sym typeface="PT Sans"/>
            </a:endParaRPr>
          </a:p>
        </p:txBody>
      </p:sp>
      <p:sp>
        <p:nvSpPr>
          <p:cNvPr id="2146" name="Google Shape;2146;p4"/>
          <p:cNvSpPr txBox="1"/>
          <p:nvPr/>
        </p:nvSpPr>
        <p:spPr>
          <a:xfrm>
            <a:off x="8789625" y="4448475"/>
            <a:ext cx="4152900" cy="29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Asistente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Les cuesta encontrar eventos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porque no existe un lugar único.</a:t>
            </a:r>
            <a:br>
              <a:rPr b="1" lang="en-US" sz="1700">
                <a:solidFill>
                  <a:schemeClr val="dk1"/>
                </a:solidFill>
              </a:rPr>
            </a:b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Pierden oportunidades por</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información incompleta o tardía.</a:t>
            </a:r>
            <a:endParaRPr b="1" sz="1700">
              <a:solidFill>
                <a:schemeClr val="dk1"/>
              </a:solidFill>
            </a:endParaRPr>
          </a:p>
          <a:p>
            <a:pPr indent="0" lvl="0" marL="0" rtl="0" algn="l">
              <a:spcBef>
                <a:spcPts val="1200"/>
              </a:spcBef>
              <a:spcAft>
                <a:spcPts val="0"/>
              </a:spcAft>
              <a:buNone/>
            </a:pPr>
            <a:r>
              <a:t/>
            </a:r>
            <a:endParaRPr>
              <a:solidFill>
                <a:schemeClr val="dk1"/>
              </a:solidFill>
            </a:endParaRPr>
          </a:p>
        </p:txBody>
      </p:sp>
      <p:sp>
        <p:nvSpPr>
          <p:cNvPr id="2147" name="Google Shape;2147;p4"/>
          <p:cNvSpPr txBox="1"/>
          <p:nvPr/>
        </p:nvSpPr>
        <p:spPr>
          <a:xfrm>
            <a:off x="1593975" y="4448475"/>
            <a:ext cx="4152900" cy="297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700">
                <a:solidFill>
                  <a:schemeClr val="dk1"/>
                </a:solidFill>
              </a:rPr>
              <a:t>Organizadores</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No tienen un canal centralizado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para llegar a su público objetivo.</a:t>
            </a:r>
            <a:br>
              <a:rPr b="1" lang="en-US" sz="1700">
                <a:solidFill>
                  <a:schemeClr val="dk1"/>
                </a:solidFill>
              </a:rPr>
            </a:b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Su contenido no se difunde de </a:t>
            </a:r>
            <a:endParaRPr b="1" sz="1700">
              <a:solidFill>
                <a:schemeClr val="dk1"/>
              </a:solidFill>
            </a:endParaRPr>
          </a:p>
          <a:p>
            <a:pPr indent="0" lvl="0" marL="457200" rtl="0" algn="l">
              <a:lnSpc>
                <a:spcPct val="115000"/>
              </a:lnSpc>
              <a:spcBef>
                <a:spcPts val="1200"/>
              </a:spcBef>
              <a:spcAft>
                <a:spcPts val="0"/>
              </a:spcAft>
              <a:buNone/>
            </a:pPr>
            <a:r>
              <a:rPr b="1" lang="en-US" sz="1700">
                <a:solidFill>
                  <a:schemeClr val="dk1"/>
                </a:solidFill>
              </a:rPr>
              <a:t>forma efectiva.</a:t>
            </a:r>
            <a:endParaRPr b="1" sz="2300">
              <a:solidFill>
                <a:schemeClr val="dk1"/>
              </a:solidFill>
            </a:endParaRPr>
          </a:p>
          <a:p>
            <a:pPr indent="0" lvl="0" marL="0" rtl="0" algn="l">
              <a:spcBef>
                <a:spcPts val="1200"/>
              </a:spcBef>
              <a:spcAft>
                <a:spcPts val="0"/>
              </a:spcAft>
              <a:buNone/>
            </a:pPr>
            <a:r>
              <a:t/>
            </a:r>
            <a:endParaRPr>
              <a:solidFill>
                <a:schemeClr val="dk1"/>
              </a:solidFill>
            </a:endParaRPr>
          </a:p>
        </p:txBody>
      </p:sp>
      <p:sp>
        <p:nvSpPr>
          <p:cNvPr id="2148" name="Google Shape;2148;p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g3a546d5887e_1_0"/>
          <p:cNvSpPr txBox="1"/>
          <p:nvPr/>
        </p:nvSpPr>
        <p:spPr>
          <a:xfrm>
            <a:off x="6260700" y="790875"/>
            <a:ext cx="210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2"/>
                </a:solidFill>
              </a:rPr>
              <a:t>N</a:t>
            </a:r>
            <a:r>
              <a:rPr b="1" lang="en-US" sz="2800">
                <a:solidFill>
                  <a:schemeClr val="dk1"/>
                </a:solidFill>
              </a:rPr>
              <a:t>ecesidad </a:t>
            </a:r>
            <a:endParaRPr b="1" sz="2800">
              <a:solidFill>
                <a:schemeClr val="dk1"/>
              </a:solidFill>
            </a:endParaRPr>
          </a:p>
        </p:txBody>
      </p:sp>
      <p:sp>
        <p:nvSpPr>
          <p:cNvPr id="2154" name="Google Shape;2154;g3a546d5887e_1_0"/>
          <p:cNvSpPr txBox="1"/>
          <p:nvPr/>
        </p:nvSpPr>
        <p:spPr>
          <a:xfrm>
            <a:off x="653325" y="2498700"/>
            <a:ext cx="6177900" cy="349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Asistentes</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Un canal único donde puedan ver todos los eventos sin buscar en muchas plataformas.</a:t>
            </a:r>
            <a:br>
              <a:rPr b="1" lang="en-US" sz="1700">
                <a:solidFill>
                  <a:schemeClr val="dk1"/>
                </a:solidFill>
              </a:rPr>
            </a:b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Una forma simple, rápida y centralizada de descubrir eventos de acuerdo a sus intereses.</a:t>
            </a:r>
            <a:br>
              <a:rPr b="1" lang="en-US" sz="1700">
                <a:solidFill>
                  <a:schemeClr val="dk1"/>
                </a:solidFill>
              </a:rPr>
            </a:b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Información actualizada, organizada y filtrable (categoría, fecha, distancia).</a:t>
            </a:r>
            <a:endParaRPr b="1" sz="1700">
              <a:solidFill>
                <a:schemeClr val="dk1"/>
              </a:solidFill>
            </a:endParaRPr>
          </a:p>
          <a:p>
            <a:pPr indent="0" lvl="0" marL="0" rtl="0" algn="l">
              <a:spcBef>
                <a:spcPts val="1200"/>
              </a:spcBef>
              <a:spcAft>
                <a:spcPts val="0"/>
              </a:spcAft>
              <a:buNone/>
            </a:pPr>
            <a:r>
              <a:t/>
            </a:r>
            <a:endParaRPr b="1" sz="1700">
              <a:solidFill>
                <a:schemeClr val="dk1"/>
              </a:solidFill>
            </a:endParaRPr>
          </a:p>
        </p:txBody>
      </p:sp>
      <p:sp>
        <p:nvSpPr>
          <p:cNvPr id="2155" name="Google Shape;2155;g3a546d5887e_1_0"/>
          <p:cNvSpPr txBox="1"/>
          <p:nvPr/>
        </p:nvSpPr>
        <p:spPr>
          <a:xfrm>
            <a:off x="7576300" y="2498700"/>
            <a:ext cx="6074700" cy="302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900">
                <a:solidFill>
                  <a:schemeClr val="dk1"/>
                </a:solidFill>
              </a:rPr>
              <a:t>Necesidades de los Organizadores</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Una plataforma centralizada donde publicar y difundir sus eventos.</a:t>
            </a:r>
            <a:br>
              <a:rPr b="1" lang="en-US" sz="1700">
                <a:solidFill>
                  <a:schemeClr val="dk1"/>
                </a:solidFill>
              </a:rPr>
            </a:b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Acceso a un público más amplio y segmentado.</a:t>
            </a:r>
            <a:br>
              <a:rPr b="1" lang="en-US" sz="1700">
                <a:solidFill>
                  <a:schemeClr val="dk1"/>
                </a:solidFill>
              </a:rPr>
            </a:br>
            <a:endParaRPr b="1"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Herramientas que les permitan incrementar visibilidad y llegar realmente a su audiencia.</a:t>
            </a:r>
            <a:endParaRPr b="1" sz="1700">
              <a:solidFill>
                <a:schemeClr val="dk1"/>
              </a:solidFill>
            </a:endParaRPr>
          </a:p>
          <a:p>
            <a:pPr indent="0" lvl="0" marL="0" rtl="0" algn="l">
              <a:spcBef>
                <a:spcPts val="1200"/>
              </a:spcBef>
              <a:spcAft>
                <a:spcPts val="0"/>
              </a:spcAft>
              <a:buNone/>
            </a:pPr>
            <a:r>
              <a:t/>
            </a:r>
            <a:endParaRPr b="1" sz="1900">
              <a:solidFill>
                <a:schemeClr val="dk1"/>
              </a:solidFill>
            </a:endParaRPr>
          </a:p>
        </p:txBody>
      </p:sp>
      <p:sp>
        <p:nvSpPr>
          <p:cNvPr id="2156" name="Google Shape;2156;g3a546d5887e_1_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1" name="Shape 2161"/>
        <p:cNvGrpSpPr/>
        <p:nvPr/>
      </p:nvGrpSpPr>
      <p:grpSpPr>
        <a:xfrm>
          <a:off x="0" y="0"/>
          <a:ext cx="0" cy="0"/>
          <a:chOff x="0" y="0"/>
          <a:chExt cx="0" cy="0"/>
        </a:xfrm>
      </p:grpSpPr>
      <p:sp>
        <p:nvSpPr>
          <p:cNvPr id="2162" name="Google Shape;2162;p5"/>
          <p:cNvSpPr/>
          <p:nvPr/>
        </p:nvSpPr>
        <p:spPr>
          <a:xfrm>
            <a:off x="5062199" y="469125"/>
            <a:ext cx="4506000" cy="563400"/>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FFFFFF"/>
              </a:buClr>
              <a:buSzPts val="3500"/>
              <a:buFont typeface="Nunito SemiBold"/>
              <a:buNone/>
            </a:pPr>
            <a:r>
              <a:rPr lang="en-US" sz="4400">
                <a:solidFill>
                  <a:schemeClr val="dk2"/>
                </a:solidFill>
                <a:latin typeface="Nunito SemiBold"/>
                <a:ea typeface="Nunito SemiBold"/>
                <a:cs typeface="Nunito SemiBold"/>
                <a:sym typeface="Nunito SemiBold"/>
              </a:rPr>
              <a:t>S</a:t>
            </a:r>
            <a:r>
              <a:rPr lang="en-US" sz="4400">
                <a:solidFill>
                  <a:schemeClr val="dk1"/>
                </a:solidFill>
                <a:latin typeface="Nunito SemiBold"/>
                <a:ea typeface="Nunito SemiBold"/>
                <a:cs typeface="Nunito SemiBold"/>
                <a:sym typeface="Nunito SemiBold"/>
              </a:rPr>
              <a:t>olución</a:t>
            </a:r>
            <a:endParaRPr sz="4400">
              <a:solidFill>
                <a:schemeClr val="dk1"/>
              </a:solidFill>
              <a:latin typeface="Calibri"/>
              <a:ea typeface="Calibri"/>
              <a:cs typeface="Calibri"/>
              <a:sym typeface="Calibri"/>
            </a:endParaRPr>
          </a:p>
        </p:txBody>
      </p:sp>
      <p:pic>
        <p:nvPicPr>
          <p:cNvPr descr="preencoded.png" id="2163" name="Google Shape;2163;p5"/>
          <p:cNvPicPr preferRelativeResize="0"/>
          <p:nvPr/>
        </p:nvPicPr>
        <p:blipFill rotWithShape="1">
          <a:blip r:embed="rId4">
            <a:alphaModFix/>
          </a:blip>
          <a:srcRect b="0" l="0" r="0" t="0"/>
          <a:stretch/>
        </p:blipFill>
        <p:spPr>
          <a:xfrm>
            <a:off x="1519524" y="1792160"/>
            <a:ext cx="598410" cy="598410"/>
          </a:xfrm>
          <a:prstGeom prst="rect">
            <a:avLst/>
          </a:prstGeom>
          <a:noFill/>
          <a:ln>
            <a:noFill/>
          </a:ln>
        </p:spPr>
      </p:pic>
      <p:sp>
        <p:nvSpPr>
          <p:cNvPr id="2164" name="Google Shape;2164;p5"/>
          <p:cNvSpPr/>
          <p:nvPr/>
        </p:nvSpPr>
        <p:spPr>
          <a:xfrm>
            <a:off x="279050" y="2587875"/>
            <a:ext cx="4119000" cy="23346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200">
                <a:solidFill>
                  <a:schemeClr val="dk1"/>
                </a:solidFill>
                <a:latin typeface="Nunito SemiBold"/>
                <a:ea typeface="Nunito SemiBold"/>
                <a:cs typeface="Nunito SemiBold"/>
                <a:sym typeface="Nunito SemiBold"/>
              </a:rPr>
              <a:t>Centraliza y Visualiza</a:t>
            </a:r>
            <a:endParaRPr sz="1850">
              <a:solidFill>
                <a:schemeClr val="dk1"/>
              </a:solidFill>
              <a:latin typeface="PT Sans"/>
              <a:ea typeface="PT Sans"/>
              <a:cs typeface="PT Sans"/>
              <a:sym typeface="PT Sans"/>
            </a:endParaRPr>
          </a:p>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Reunimos todos los eventos locales en un único mapa interactivo, facilitando que las personas descubran actividades de manera rápida y visual.</a:t>
            </a:r>
            <a:endParaRPr sz="1850">
              <a:solidFill>
                <a:schemeClr val="dk1"/>
              </a:solidFill>
              <a:latin typeface="Calibri"/>
              <a:ea typeface="Calibri"/>
              <a:cs typeface="Calibri"/>
              <a:sym typeface="Calibri"/>
            </a:endParaRPr>
          </a:p>
        </p:txBody>
      </p:sp>
      <p:pic>
        <p:nvPicPr>
          <p:cNvPr descr="preencoded.png" id="2165" name="Google Shape;2165;p5"/>
          <p:cNvPicPr preferRelativeResize="0"/>
          <p:nvPr/>
        </p:nvPicPr>
        <p:blipFill rotWithShape="1">
          <a:blip r:embed="rId5">
            <a:alphaModFix/>
          </a:blip>
          <a:srcRect b="0" l="0" r="0" t="0"/>
          <a:stretch/>
        </p:blipFill>
        <p:spPr>
          <a:xfrm>
            <a:off x="6861526" y="5187860"/>
            <a:ext cx="598410" cy="598410"/>
          </a:xfrm>
          <a:prstGeom prst="rect">
            <a:avLst/>
          </a:prstGeom>
          <a:noFill/>
          <a:ln>
            <a:noFill/>
          </a:ln>
        </p:spPr>
      </p:pic>
      <p:sp>
        <p:nvSpPr>
          <p:cNvPr id="2166" name="Google Shape;2166;p5"/>
          <p:cNvSpPr/>
          <p:nvPr/>
        </p:nvSpPr>
        <p:spPr>
          <a:xfrm>
            <a:off x="5255700" y="5786275"/>
            <a:ext cx="4119000" cy="22878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200">
                <a:solidFill>
                  <a:schemeClr val="dk1"/>
                </a:solidFill>
                <a:latin typeface="Nunito SemiBold"/>
                <a:ea typeface="Nunito SemiBold"/>
                <a:cs typeface="Nunito SemiBold"/>
                <a:sym typeface="Nunito SemiBold"/>
              </a:rPr>
              <a:t>Conecta con tus Intereses</a:t>
            </a:r>
            <a:endParaRPr sz="2200">
              <a:solidFill>
                <a:schemeClr val="dk1"/>
              </a:solidFill>
              <a:latin typeface="Calibri"/>
              <a:ea typeface="Calibri"/>
              <a:cs typeface="Calibri"/>
              <a:sym typeface="Calibri"/>
            </a:endParaRPr>
          </a:p>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Los usuarios pueden guardar eventos favoritos y recibir notificaciones personalizadas, ayudándoles a no perder oportunidades relevantes.</a:t>
            </a:r>
            <a:endParaRPr sz="1850">
              <a:solidFill>
                <a:schemeClr val="dk1"/>
              </a:solidFill>
              <a:latin typeface="Calibri"/>
              <a:ea typeface="Calibri"/>
              <a:cs typeface="Calibri"/>
              <a:sym typeface="Calibri"/>
            </a:endParaRPr>
          </a:p>
        </p:txBody>
      </p:sp>
      <p:pic>
        <p:nvPicPr>
          <p:cNvPr descr="preencoded.png" id="2167" name="Google Shape;2167;p5"/>
          <p:cNvPicPr preferRelativeResize="0"/>
          <p:nvPr/>
        </p:nvPicPr>
        <p:blipFill rotWithShape="1">
          <a:blip r:embed="rId6">
            <a:alphaModFix/>
          </a:blip>
          <a:srcRect b="0" l="0" r="0" t="0"/>
          <a:stretch/>
        </p:blipFill>
        <p:spPr>
          <a:xfrm>
            <a:off x="11889653" y="1726960"/>
            <a:ext cx="598410" cy="598410"/>
          </a:xfrm>
          <a:prstGeom prst="rect">
            <a:avLst/>
          </a:prstGeom>
          <a:noFill/>
          <a:ln>
            <a:noFill/>
          </a:ln>
        </p:spPr>
      </p:pic>
      <p:sp>
        <p:nvSpPr>
          <p:cNvPr id="2168" name="Google Shape;2168;p5"/>
          <p:cNvSpPr/>
          <p:nvPr/>
        </p:nvSpPr>
        <p:spPr>
          <a:xfrm>
            <a:off x="10449950" y="2390577"/>
            <a:ext cx="4118700" cy="25974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2200"/>
              <a:buFont typeface="Nunito SemiBold"/>
              <a:buNone/>
            </a:pPr>
            <a:r>
              <a:rPr lang="en-US" sz="2200">
                <a:solidFill>
                  <a:schemeClr val="dk1"/>
                </a:solidFill>
                <a:latin typeface="Nunito SemiBold"/>
                <a:ea typeface="Nunito SemiBold"/>
                <a:cs typeface="Nunito SemiBold"/>
                <a:sym typeface="Nunito SemiBold"/>
              </a:rPr>
              <a:t>Potencia la Difusión</a:t>
            </a:r>
            <a:endParaRPr sz="1850">
              <a:solidFill>
                <a:schemeClr val="dk1"/>
              </a:solidFill>
              <a:latin typeface="PT Sans"/>
              <a:ea typeface="PT Sans"/>
              <a:cs typeface="PT Sans"/>
              <a:sym typeface="PT Sans"/>
            </a:endParaRPr>
          </a:p>
          <a:p>
            <a:pPr indent="0" lvl="0" marL="0" marR="0" rtl="0" algn="l">
              <a:lnSpc>
                <a:spcPct val="162162"/>
              </a:lnSpc>
              <a:spcBef>
                <a:spcPts val="0"/>
              </a:spcBef>
              <a:spcAft>
                <a:spcPts val="0"/>
              </a:spcAft>
              <a:buClr>
                <a:srgbClr val="FFFFFF"/>
              </a:buClr>
              <a:buSzPts val="1850"/>
              <a:buFont typeface="PT Sans"/>
              <a:buNone/>
            </a:pPr>
            <a:r>
              <a:rPr lang="en-US" sz="1850">
                <a:solidFill>
                  <a:schemeClr val="dk1"/>
                </a:solidFill>
                <a:latin typeface="PT Sans"/>
                <a:ea typeface="PT Sans"/>
                <a:cs typeface="PT Sans"/>
                <a:sym typeface="PT Sans"/>
              </a:rPr>
              <a:t>Brindamos a los organizadores una plataforma efectiva para llegar a su público objetivo, aumentando la visibilidad y participación en sus eventos.</a:t>
            </a:r>
            <a:endParaRPr sz="1850">
              <a:solidFill>
                <a:schemeClr val="dk1"/>
              </a:solidFill>
              <a:latin typeface="Calibri"/>
              <a:ea typeface="Calibri"/>
              <a:cs typeface="Calibri"/>
              <a:sym typeface="Calibri"/>
            </a:endParaRPr>
          </a:p>
        </p:txBody>
      </p:sp>
      <p:sp>
        <p:nvSpPr>
          <p:cNvPr id="2169" name="Google Shape;2169;p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170" name="Google Shape;2170;p5"/>
          <p:cNvPicPr preferRelativeResize="0"/>
          <p:nvPr/>
        </p:nvPicPr>
        <p:blipFill>
          <a:blip r:embed="rId7">
            <a:alphaModFix/>
          </a:blip>
          <a:stretch>
            <a:fillRect/>
          </a:stretch>
        </p:blipFill>
        <p:spPr>
          <a:xfrm>
            <a:off x="5658975" y="1726950"/>
            <a:ext cx="3003500" cy="2843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g3a385751237_1_59"/>
          <p:cNvSpPr/>
          <p:nvPr/>
        </p:nvSpPr>
        <p:spPr>
          <a:xfrm>
            <a:off x="9603625" y="2447750"/>
            <a:ext cx="40194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7" name="Google Shape;2177;g3a385751237_1_59"/>
          <p:cNvSpPr/>
          <p:nvPr/>
        </p:nvSpPr>
        <p:spPr>
          <a:xfrm>
            <a:off x="9761575" y="5448950"/>
            <a:ext cx="40194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8" name="Google Shape;2178;g3a385751237_1_59"/>
          <p:cNvSpPr/>
          <p:nvPr/>
        </p:nvSpPr>
        <p:spPr>
          <a:xfrm>
            <a:off x="5266525" y="5448950"/>
            <a:ext cx="3830700" cy="24351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79" name="Google Shape;2179;g3a385751237_1_59"/>
          <p:cNvSpPr/>
          <p:nvPr/>
        </p:nvSpPr>
        <p:spPr>
          <a:xfrm>
            <a:off x="5177850" y="2471150"/>
            <a:ext cx="3692100" cy="24117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0" name="Google Shape;2180;g3a385751237_1_59"/>
          <p:cNvSpPr/>
          <p:nvPr/>
        </p:nvSpPr>
        <p:spPr>
          <a:xfrm>
            <a:off x="949675" y="2581626"/>
            <a:ext cx="3692100" cy="23013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1" name="Google Shape;2181;g3a385751237_1_59"/>
          <p:cNvSpPr/>
          <p:nvPr/>
        </p:nvSpPr>
        <p:spPr>
          <a:xfrm>
            <a:off x="910075" y="5448950"/>
            <a:ext cx="3692100" cy="24351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182" name="Google Shape;2182;g3a385751237_1_59"/>
          <p:cNvSpPr/>
          <p:nvPr/>
        </p:nvSpPr>
        <p:spPr>
          <a:xfrm>
            <a:off x="554701" y="651650"/>
            <a:ext cx="13521000" cy="961800"/>
          </a:xfrm>
          <a:prstGeom prst="rect">
            <a:avLst/>
          </a:prstGeom>
          <a:noFill/>
          <a:ln>
            <a:noFill/>
          </a:ln>
        </p:spPr>
        <p:txBody>
          <a:bodyPr anchorCtr="0" anchor="t" bIns="0" lIns="0" spcFirstLastPara="1" rIns="0" wrap="square" tIns="0">
            <a:noAutofit/>
          </a:bodyPr>
          <a:lstStyle/>
          <a:p>
            <a:pPr indent="0" lvl="0" marL="0" marR="0" rtl="0" algn="ctr">
              <a:lnSpc>
                <a:spcPct val="124793"/>
              </a:lnSpc>
              <a:spcBef>
                <a:spcPts val="0"/>
              </a:spcBef>
              <a:spcAft>
                <a:spcPts val="0"/>
              </a:spcAft>
              <a:buClr>
                <a:srgbClr val="FFFFFF"/>
              </a:buClr>
              <a:buSzPts val="6050"/>
              <a:buFont typeface="Nunito SemiBold"/>
              <a:buNone/>
            </a:pPr>
            <a:r>
              <a:rPr b="1" lang="en-US" sz="6050">
                <a:solidFill>
                  <a:schemeClr val="dk2"/>
                </a:solidFill>
                <a:latin typeface="Nunito"/>
                <a:ea typeface="Nunito"/>
                <a:cs typeface="Nunito"/>
                <a:sym typeface="Nunito"/>
              </a:rPr>
              <a:t>R</a:t>
            </a:r>
            <a:r>
              <a:rPr b="1" lang="en-US" sz="6050">
                <a:solidFill>
                  <a:schemeClr val="dk1"/>
                </a:solidFill>
                <a:latin typeface="Nunito SemiBold"/>
                <a:ea typeface="Nunito SemiBold"/>
                <a:cs typeface="Nunito SemiBold"/>
                <a:sym typeface="Nunito SemiBold"/>
              </a:rPr>
              <a:t>equisitos Funcionales</a:t>
            </a:r>
            <a:endParaRPr sz="6050">
              <a:solidFill>
                <a:schemeClr val="dk1"/>
              </a:solidFill>
              <a:latin typeface="Calibri"/>
              <a:ea typeface="Calibri"/>
              <a:cs typeface="Calibri"/>
              <a:sym typeface="Calibri"/>
            </a:endParaRPr>
          </a:p>
        </p:txBody>
      </p:sp>
      <p:sp>
        <p:nvSpPr>
          <p:cNvPr id="2183" name="Google Shape;2183;g3a385751237_1_59"/>
          <p:cNvSpPr/>
          <p:nvPr/>
        </p:nvSpPr>
        <p:spPr>
          <a:xfrm>
            <a:off x="1125524" y="2650400"/>
            <a:ext cx="35736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 – Registro de usuarios</a:t>
            </a:r>
            <a:endParaRPr sz="2150">
              <a:solidFill>
                <a:schemeClr val="dk1"/>
              </a:solidFill>
              <a:latin typeface="Calibri"/>
              <a:ea typeface="Calibri"/>
              <a:cs typeface="Calibri"/>
              <a:sym typeface="Calibri"/>
            </a:endParaRPr>
          </a:p>
        </p:txBody>
      </p:sp>
      <p:sp>
        <p:nvSpPr>
          <p:cNvPr id="2184" name="Google Shape;2184;g3a385751237_1_59"/>
          <p:cNvSpPr/>
          <p:nvPr/>
        </p:nvSpPr>
        <p:spPr>
          <a:xfrm>
            <a:off x="1066275" y="3079049"/>
            <a:ext cx="3692100" cy="13911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lang="en-US" sz="2000">
                <a:solidFill>
                  <a:schemeClr val="dk1"/>
                </a:solidFill>
                <a:latin typeface="Nunito"/>
                <a:ea typeface="Nunito"/>
                <a:cs typeface="Nunito"/>
                <a:sym typeface="Nunito"/>
              </a:rPr>
              <a:t>El sistema debe permitir el registro e inicio de sesión de usuarios.</a:t>
            </a:r>
            <a:endParaRPr sz="2000">
              <a:solidFill>
                <a:schemeClr val="dk1"/>
              </a:solidFill>
              <a:latin typeface="Calibri"/>
              <a:ea typeface="Calibri"/>
              <a:cs typeface="Calibri"/>
              <a:sym typeface="Calibri"/>
            </a:endParaRPr>
          </a:p>
        </p:txBody>
      </p:sp>
      <p:sp>
        <p:nvSpPr>
          <p:cNvPr id="2185" name="Google Shape;2185;g3a385751237_1_59"/>
          <p:cNvSpPr/>
          <p:nvPr/>
        </p:nvSpPr>
        <p:spPr>
          <a:xfrm>
            <a:off x="1066274" y="5583525"/>
            <a:ext cx="34254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RF4 – Detalle de evento</a:t>
            </a:r>
            <a:endParaRPr sz="2150">
              <a:solidFill>
                <a:schemeClr val="dk1"/>
              </a:solidFill>
              <a:latin typeface="Calibri"/>
              <a:ea typeface="Calibri"/>
              <a:cs typeface="Calibri"/>
              <a:sym typeface="Calibri"/>
            </a:endParaRPr>
          </a:p>
        </p:txBody>
      </p:sp>
      <p:sp>
        <p:nvSpPr>
          <p:cNvPr id="2186" name="Google Shape;2186;g3a385751237_1_59"/>
          <p:cNvSpPr/>
          <p:nvPr/>
        </p:nvSpPr>
        <p:spPr>
          <a:xfrm>
            <a:off x="1066275" y="6074174"/>
            <a:ext cx="3425400" cy="1032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permitir ver detalles de cada evento (nombre, fecha, lugar, descripción, etc.)..</a:t>
            </a:r>
            <a:endParaRPr sz="2000">
              <a:solidFill>
                <a:schemeClr val="dk1"/>
              </a:solidFill>
              <a:latin typeface="Calibri"/>
              <a:ea typeface="Calibri"/>
              <a:cs typeface="Calibri"/>
              <a:sym typeface="Calibri"/>
            </a:endParaRPr>
          </a:p>
        </p:txBody>
      </p:sp>
      <p:sp>
        <p:nvSpPr>
          <p:cNvPr id="2187" name="Google Shape;2187;g3a385751237_1_59"/>
          <p:cNvSpPr/>
          <p:nvPr/>
        </p:nvSpPr>
        <p:spPr>
          <a:xfrm>
            <a:off x="5497824" y="5495782"/>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RF5 – Crear eventos</a:t>
            </a:r>
            <a:endParaRPr sz="2150">
              <a:solidFill>
                <a:schemeClr val="dk1"/>
              </a:solidFill>
              <a:latin typeface="Calibri"/>
              <a:ea typeface="Calibri"/>
              <a:cs typeface="Calibri"/>
              <a:sym typeface="Calibri"/>
            </a:endParaRPr>
          </a:p>
        </p:txBody>
      </p:sp>
      <p:sp>
        <p:nvSpPr>
          <p:cNvPr id="2188" name="Google Shape;2188;g3a385751237_1_59"/>
          <p:cNvSpPr/>
          <p:nvPr/>
        </p:nvSpPr>
        <p:spPr>
          <a:xfrm>
            <a:off x="5469136" y="6206014"/>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Los organizadores podrán crear eventos desde la aplicación.</a:t>
            </a:r>
            <a:endParaRPr sz="2000">
              <a:solidFill>
                <a:schemeClr val="dk1"/>
              </a:solidFill>
              <a:latin typeface="Calibri"/>
              <a:ea typeface="Calibri"/>
              <a:cs typeface="Calibri"/>
              <a:sym typeface="Calibri"/>
            </a:endParaRPr>
          </a:p>
        </p:txBody>
      </p:sp>
      <p:sp>
        <p:nvSpPr>
          <p:cNvPr id="2189" name="Google Shape;2189;g3a385751237_1_59"/>
          <p:cNvSpPr/>
          <p:nvPr/>
        </p:nvSpPr>
        <p:spPr>
          <a:xfrm>
            <a:off x="9872125" y="5583525"/>
            <a:ext cx="3573600" cy="4905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RF6 – Editar y eliminar eventos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0" name="Google Shape;2190;g3a385751237_1_59"/>
          <p:cNvSpPr/>
          <p:nvPr/>
        </p:nvSpPr>
        <p:spPr>
          <a:xfrm>
            <a:off x="9931267" y="6478437"/>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Los organizadores podrán editar o borrar eventos creados por ellos.</a:t>
            </a:r>
            <a:endParaRPr sz="2000">
              <a:solidFill>
                <a:schemeClr val="dk1"/>
              </a:solidFill>
              <a:latin typeface="Calibri"/>
              <a:ea typeface="Calibri"/>
              <a:cs typeface="Calibri"/>
              <a:sym typeface="Calibri"/>
            </a:endParaRPr>
          </a:p>
        </p:txBody>
      </p:sp>
      <p:sp>
        <p:nvSpPr>
          <p:cNvPr id="2191" name="Google Shape;2191;g3a385751237_1_59"/>
          <p:cNvSpPr/>
          <p:nvPr/>
        </p:nvSpPr>
        <p:spPr>
          <a:xfrm>
            <a:off x="5590350" y="2581625"/>
            <a:ext cx="3132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RF2 – Roles de usuario</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2" name="Google Shape;2192;g3a385751237_1_59"/>
          <p:cNvSpPr/>
          <p:nvPr/>
        </p:nvSpPr>
        <p:spPr>
          <a:xfrm>
            <a:off x="5469125" y="3048450"/>
            <a:ext cx="3207600" cy="16107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diferenciar roles (usuario, organizador, administrador).</a:t>
            </a:r>
            <a:endParaRPr sz="2000">
              <a:solidFill>
                <a:schemeClr val="dk1"/>
              </a:solidFill>
              <a:latin typeface="Calibri"/>
              <a:ea typeface="Calibri"/>
              <a:cs typeface="Calibri"/>
              <a:sym typeface="Calibri"/>
            </a:endParaRPr>
          </a:p>
        </p:txBody>
      </p:sp>
      <p:sp>
        <p:nvSpPr>
          <p:cNvPr id="2193" name="Google Shape;2193;g3a385751237_1_59"/>
          <p:cNvSpPr/>
          <p:nvPr/>
        </p:nvSpPr>
        <p:spPr>
          <a:xfrm>
            <a:off x="10075176" y="2581625"/>
            <a:ext cx="3279300" cy="3486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RF3 – Visualización de eventos en mapa</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194" name="Google Shape;2194;g3a385751237_1_59"/>
          <p:cNvSpPr/>
          <p:nvPr/>
        </p:nvSpPr>
        <p:spPr>
          <a:xfrm>
            <a:off x="9761575" y="3420875"/>
            <a:ext cx="3929400" cy="12384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mostrar en un mapa interactivo todos los eventos registrados.</a:t>
            </a:r>
            <a:endParaRPr sz="2000">
              <a:solidFill>
                <a:schemeClr val="dk1"/>
              </a:solidFill>
              <a:latin typeface="PT Sans"/>
              <a:ea typeface="PT Sans"/>
              <a:cs typeface="PT Sans"/>
              <a:sym typeface="PT Sans"/>
            </a:endParaRPr>
          </a:p>
        </p:txBody>
      </p:sp>
      <p:sp>
        <p:nvSpPr>
          <p:cNvPr id="2195" name="Google Shape;2195;g3a385751237_1_5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0" name="Shape 2200"/>
        <p:cNvGrpSpPr/>
        <p:nvPr/>
      </p:nvGrpSpPr>
      <p:grpSpPr>
        <a:xfrm>
          <a:off x="0" y="0"/>
          <a:ext cx="0" cy="0"/>
          <a:chOff x="0" y="0"/>
          <a:chExt cx="0" cy="0"/>
        </a:xfrm>
      </p:grpSpPr>
      <p:sp>
        <p:nvSpPr>
          <p:cNvPr id="2201" name="Google Shape;2201;g3a546d5887e_5_9"/>
          <p:cNvSpPr/>
          <p:nvPr/>
        </p:nvSpPr>
        <p:spPr>
          <a:xfrm>
            <a:off x="665376" y="688775"/>
            <a:ext cx="13521000" cy="961800"/>
          </a:xfrm>
          <a:prstGeom prst="rect">
            <a:avLst/>
          </a:prstGeom>
          <a:noFill/>
          <a:ln>
            <a:noFill/>
          </a:ln>
        </p:spPr>
        <p:txBody>
          <a:bodyPr anchorCtr="0" anchor="t" bIns="0" lIns="0" spcFirstLastPara="1" rIns="0" wrap="square" tIns="0">
            <a:noAutofit/>
          </a:bodyPr>
          <a:lstStyle/>
          <a:p>
            <a:pPr indent="0" lvl="0" marL="0" marR="0" rtl="0" algn="ctr">
              <a:lnSpc>
                <a:spcPct val="124793"/>
              </a:lnSpc>
              <a:spcBef>
                <a:spcPts val="0"/>
              </a:spcBef>
              <a:spcAft>
                <a:spcPts val="0"/>
              </a:spcAft>
              <a:buClr>
                <a:srgbClr val="FFFFFF"/>
              </a:buClr>
              <a:buSzPts val="6050"/>
              <a:buFont typeface="Nunito SemiBold"/>
              <a:buNone/>
            </a:pPr>
            <a:r>
              <a:rPr b="1" lang="en-US" sz="6050">
                <a:solidFill>
                  <a:schemeClr val="dk2"/>
                </a:solidFill>
                <a:latin typeface="Nunito SemiBold"/>
                <a:ea typeface="Nunito SemiBold"/>
                <a:cs typeface="Nunito SemiBold"/>
                <a:sym typeface="Nunito SemiBold"/>
              </a:rPr>
              <a:t>R</a:t>
            </a:r>
            <a:r>
              <a:rPr b="1" lang="en-US" sz="6050">
                <a:solidFill>
                  <a:schemeClr val="dk1"/>
                </a:solidFill>
                <a:latin typeface="Nunito SemiBold"/>
                <a:ea typeface="Nunito SemiBold"/>
                <a:cs typeface="Nunito SemiBold"/>
                <a:sym typeface="Nunito SemiBold"/>
              </a:rPr>
              <a:t>equisitos Funcionales</a:t>
            </a:r>
            <a:endParaRPr sz="6050">
              <a:solidFill>
                <a:schemeClr val="dk1"/>
              </a:solidFill>
              <a:latin typeface="Calibri"/>
              <a:ea typeface="Calibri"/>
              <a:cs typeface="Calibri"/>
              <a:sym typeface="Calibri"/>
            </a:endParaRPr>
          </a:p>
        </p:txBody>
      </p:sp>
      <p:sp>
        <p:nvSpPr>
          <p:cNvPr id="2202" name="Google Shape;2202;g3a546d5887e_5_9"/>
          <p:cNvSpPr/>
          <p:nvPr/>
        </p:nvSpPr>
        <p:spPr>
          <a:xfrm>
            <a:off x="367325" y="2053977"/>
            <a:ext cx="4166100" cy="2505000"/>
          </a:xfrm>
          <a:prstGeom prst="roundRect">
            <a:avLst>
              <a:gd fmla="val 20229"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3" name="Google Shape;2203;g3a546d5887e_5_9"/>
          <p:cNvSpPr/>
          <p:nvPr/>
        </p:nvSpPr>
        <p:spPr>
          <a:xfrm>
            <a:off x="575675" y="2239950"/>
            <a:ext cx="3812100" cy="5751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RF8 – Notificaciones de eventos</a:t>
            </a:r>
            <a:endParaRPr sz="2150">
              <a:solidFill>
                <a:schemeClr val="dk1"/>
              </a:solidFill>
              <a:latin typeface="Calibri"/>
              <a:ea typeface="Calibri"/>
              <a:cs typeface="Calibri"/>
              <a:sym typeface="Calibri"/>
            </a:endParaRPr>
          </a:p>
        </p:txBody>
      </p:sp>
      <p:sp>
        <p:nvSpPr>
          <p:cNvPr id="2204" name="Google Shape;2204;g3a546d5887e_5_9"/>
          <p:cNvSpPr/>
          <p:nvPr/>
        </p:nvSpPr>
        <p:spPr>
          <a:xfrm>
            <a:off x="695575" y="3041280"/>
            <a:ext cx="3692100" cy="14391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lang="en-US" sz="2000">
                <a:solidFill>
                  <a:schemeClr val="dk1"/>
                </a:solidFill>
                <a:latin typeface="Nunito"/>
                <a:ea typeface="Nunito"/>
                <a:cs typeface="Nunito"/>
                <a:sym typeface="Nunito"/>
              </a:rPr>
              <a:t>El sistema debe enviar alertas o notificaciones sobre eventos cercanos o próximos.</a:t>
            </a:r>
            <a:endParaRPr sz="2000">
              <a:solidFill>
                <a:schemeClr val="dk1"/>
              </a:solidFill>
              <a:latin typeface="Calibri"/>
              <a:ea typeface="Calibri"/>
              <a:cs typeface="Calibri"/>
              <a:sym typeface="Calibri"/>
            </a:endParaRPr>
          </a:p>
        </p:txBody>
      </p:sp>
      <p:sp>
        <p:nvSpPr>
          <p:cNvPr id="2205" name="Google Shape;2205;g3a546d5887e_5_9"/>
          <p:cNvSpPr/>
          <p:nvPr/>
        </p:nvSpPr>
        <p:spPr>
          <a:xfrm>
            <a:off x="850175" y="5061950"/>
            <a:ext cx="4166100" cy="2262300"/>
          </a:xfrm>
          <a:prstGeom prst="roundRect">
            <a:avLst>
              <a:gd fmla="val 21145"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6" name="Google Shape;2206;g3a546d5887e_5_9"/>
          <p:cNvSpPr/>
          <p:nvPr/>
        </p:nvSpPr>
        <p:spPr>
          <a:xfrm>
            <a:off x="1192024" y="5289015"/>
            <a:ext cx="3482400" cy="3114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RF11 – Impedir duplicados</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07" name="Google Shape;2207;g3a546d5887e_5_9"/>
          <p:cNvSpPr/>
          <p:nvPr/>
        </p:nvSpPr>
        <p:spPr>
          <a:xfrm>
            <a:off x="1144400" y="5764625"/>
            <a:ext cx="3692100" cy="12891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detectar y evitar duplicados de eventos provenientes de distintas fuentes.</a:t>
            </a:r>
            <a:endParaRPr sz="2000">
              <a:solidFill>
                <a:schemeClr val="dk1"/>
              </a:solidFill>
              <a:latin typeface="Calibri"/>
              <a:ea typeface="Calibri"/>
              <a:cs typeface="Calibri"/>
              <a:sym typeface="Calibri"/>
            </a:endParaRPr>
          </a:p>
        </p:txBody>
      </p:sp>
      <p:sp>
        <p:nvSpPr>
          <p:cNvPr id="2208" name="Google Shape;2208;g3a546d5887e_5_9"/>
          <p:cNvSpPr/>
          <p:nvPr/>
        </p:nvSpPr>
        <p:spPr>
          <a:xfrm>
            <a:off x="5342900" y="5952625"/>
            <a:ext cx="4166100" cy="2505000"/>
          </a:xfrm>
          <a:prstGeom prst="roundRect">
            <a:avLst>
              <a:gd fmla="val 20581"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9" name="Google Shape;2209;g3a546d5887e_5_9"/>
          <p:cNvSpPr/>
          <p:nvPr/>
        </p:nvSpPr>
        <p:spPr>
          <a:xfrm>
            <a:off x="5608525" y="6179677"/>
            <a:ext cx="38121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RF12 – Importar eventos desde APIs externas</a:t>
            </a:r>
            <a:endParaRPr sz="2150">
              <a:solidFill>
                <a:schemeClr val="dk1"/>
              </a:solidFill>
              <a:latin typeface="Calibri"/>
              <a:ea typeface="Calibri"/>
              <a:cs typeface="Calibri"/>
              <a:sym typeface="Calibri"/>
            </a:endParaRPr>
          </a:p>
        </p:txBody>
      </p:sp>
      <p:sp>
        <p:nvSpPr>
          <p:cNvPr id="2210" name="Google Shape;2210;g3a546d5887e_5_9"/>
          <p:cNvSpPr/>
          <p:nvPr/>
        </p:nvSpPr>
        <p:spPr>
          <a:xfrm>
            <a:off x="5579825" y="7144425"/>
            <a:ext cx="3692100" cy="847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permitir importar eventos desde APIs externas.</a:t>
            </a:r>
            <a:endParaRPr sz="2000">
              <a:solidFill>
                <a:schemeClr val="dk1"/>
              </a:solidFill>
              <a:latin typeface="Calibri"/>
              <a:ea typeface="Calibri"/>
              <a:cs typeface="Calibri"/>
              <a:sym typeface="Calibri"/>
            </a:endParaRPr>
          </a:p>
        </p:txBody>
      </p:sp>
      <p:sp>
        <p:nvSpPr>
          <p:cNvPr id="2211" name="Google Shape;2211;g3a546d5887e_5_9"/>
          <p:cNvSpPr/>
          <p:nvPr/>
        </p:nvSpPr>
        <p:spPr>
          <a:xfrm>
            <a:off x="9683175" y="5061950"/>
            <a:ext cx="4166100" cy="2537700"/>
          </a:xfrm>
          <a:prstGeom prst="roundRect">
            <a:avLst>
              <a:gd fmla="val 20017" name="adj"/>
            </a:avLst>
          </a:prstGeom>
          <a:solidFill>
            <a:schemeClr val="accent2"/>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2" name="Google Shape;2212;g3a546d5887e_5_9"/>
          <p:cNvSpPr/>
          <p:nvPr/>
        </p:nvSpPr>
        <p:spPr>
          <a:xfrm>
            <a:off x="9920177" y="5367577"/>
            <a:ext cx="3482400" cy="3114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RF13 – Geolocalización del usuario</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13" name="Google Shape;2213;g3a546d5887e_5_9"/>
          <p:cNvSpPr/>
          <p:nvPr/>
        </p:nvSpPr>
        <p:spPr>
          <a:xfrm>
            <a:off x="9979317" y="6167001"/>
            <a:ext cx="3692100" cy="1015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obtener y mostrar la ubicación actual del usuario en el mapa.</a:t>
            </a:r>
            <a:endParaRPr sz="2000">
              <a:solidFill>
                <a:schemeClr val="dk1"/>
              </a:solidFill>
            </a:endParaRPr>
          </a:p>
        </p:txBody>
      </p:sp>
      <p:sp>
        <p:nvSpPr>
          <p:cNvPr id="2214" name="Google Shape;2214;g3a546d5887e_5_9"/>
          <p:cNvSpPr/>
          <p:nvPr/>
        </p:nvSpPr>
        <p:spPr>
          <a:xfrm>
            <a:off x="5193800" y="1738502"/>
            <a:ext cx="4166100" cy="1762200"/>
          </a:xfrm>
          <a:prstGeom prst="roundRect">
            <a:avLst>
              <a:gd fmla="val 20229"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5" name="Google Shape;2215;g3a546d5887e_5_9"/>
          <p:cNvSpPr/>
          <p:nvPr/>
        </p:nvSpPr>
        <p:spPr>
          <a:xfrm>
            <a:off x="5552025" y="1945425"/>
            <a:ext cx="3424800" cy="3486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None/>
            </a:pPr>
            <a:r>
              <a:rPr b="1" lang="en-US" sz="2150">
                <a:solidFill>
                  <a:schemeClr val="dk1"/>
                </a:solidFill>
                <a:latin typeface="Nunito SemiBold"/>
                <a:ea typeface="Nunito SemiBold"/>
                <a:cs typeface="Nunito SemiBold"/>
                <a:sym typeface="Nunito SemiBold"/>
              </a:rPr>
              <a:t>RF7 – Favoritos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None/>
            </a:pPr>
            <a:r>
              <a:t/>
            </a:r>
            <a:endParaRPr b="1" sz="2150">
              <a:solidFill>
                <a:schemeClr val="dk1"/>
              </a:solidFill>
              <a:latin typeface="Nunito SemiBold"/>
              <a:ea typeface="Nunito SemiBold"/>
              <a:cs typeface="Nunito SemiBold"/>
              <a:sym typeface="Nunito SemiBold"/>
            </a:endParaRPr>
          </a:p>
        </p:txBody>
      </p:sp>
      <p:sp>
        <p:nvSpPr>
          <p:cNvPr id="2216" name="Google Shape;2216;g3a546d5887e_5_9"/>
          <p:cNvSpPr/>
          <p:nvPr/>
        </p:nvSpPr>
        <p:spPr>
          <a:xfrm>
            <a:off x="5430799" y="2412262"/>
            <a:ext cx="3692100" cy="7581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usuario podrá guardar eventos en una lista de favoritos.</a:t>
            </a:r>
            <a:endParaRPr sz="2000">
              <a:solidFill>
                <a:schemeClr val="dk1"/>
              </a:solidFill>
              <a:latin typeface="Calibri"/>
              <a:ea typeface="Calibri"/>
              <a:cs typeface="Calibri"/>
              <a:sym typeface="Calibri"/>
            </a:endParaRPr>
          </a:p>
        </p:txBody>
      </p:sp>
      <p:sp>
        <p:nvSpPr>
          <p:cNvPr id="2217" name="Google Shape;2217;g3a546d5887e_5_9"/>
          <p:cNvSpPr/>
          <p:nvPr/>
        </p:nvSpPr>
        <p:spPr>
          <a:xfrm>
            <a:off x="9793200" y="2149175"/>
            <a:ext cx="4334400" cy="2765100"/>
          </a:xfrm>
          <a:prstGeom prst="roundRect">
            <a:avLst>
              <a:gd fmla="val 20229" name="adj"/>
            </a:avLst>
          </a:prstGeom>
          <a:solidFill>
            <a:srgbClr val="D4C7E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8" name="Google Shape;2218;g3a546d5887e_5_9"/>
          <p:cNvSpPr/>
          <p:nvPr/>
        </p:nvSpPr>
        <p:spPr>
          <a:xfrm>
            <a:off x="10114850" y="2303700"/>
            <a:ext cx="3775500" cy="5751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150">
                <a:solidFill>
                  <a:schemeClr val="dk1"/>
                </a:solidFill>
                <a:latin typeface="Nunito SemiBold"/>
                <a:ea typeface="Nunito SemiBold"/>
                <a:cs typeface="Nunito SemiBold"/>
                <a:sym typeface="Nunito SemiBold"/>
              </a:rPr>
              <a:t>RF9 – Clasificación de eventos con IA</a:t>
            </a:r>
            <a:endParaRPr b="1" sz="2150">
              <a:solidFill>
                <a:schemeClr val="dk1"/>
              </a:solidFill>
              <a:latin typeface="Nunito SemiBold"/>
              <a:ea typeface="Nunito SemiBold"/>
              <a:cs typeface="Nunito SemiBold"/>
              <a:sym typeface="Nunito SemiBold"/>
            </a:endParaRPr>
          </a:p>
          <a:p>
            <a:pPr indent="0" lvl="0" marL="0" marR="0" rtl="0" algn="l">
              <a:lnSpc>
                <a:spcPct val="125581"/>
              </a:lnSpc>
              <a:spcBef>
                <a:spcPts val="0"/>
              </a:spcBef>
              <a:spcAft>
                <a:spcPts val="0"/>
              </a:spcAft>
              <a:buClr>
                <a:srgbClr val="FFFFFF"/>
              </a:buClr>
              <a:buSzPts val="2150"/>
              <a:buFont typeface="Nunito SemiBold"/>
              <a:buNone/>
            </a:pPr>
            <a:r>
              <a:t/>
            </a:r>
            <a:endParaRPr b="1" sz="2150">
              <a:solidFill>
                <a:schemeClr val="dk1"/>
              </a:solidFill>
              <a:latin typeface="Nunito SemiBold"/>
              <a:ea typeface="Nunito SemiBold"/>
              <a:cs typeface="Nunito SemiBold"/>
              <a:sym typeface="Nunito SemiBold"/>
            </a:endParaRPr>
          </a:p>
        </p:txBody>
      </p:sp>
      <p:sp>
        <p:nvSpPr>
          <p:cNvPr id="2219" name="Google Shape;2219;g3a546d5887e_5_9"/>
          <p:cNvSpPr/>
          <p:nvPr/>
        </p:nvSpPr>
        <p:spPr>
          <a:xfrm>
            <a:off x="9920175" y="3138125"/>
            <a:ext cx="4266300" cy="10785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clasificar automáticamente los eventos según su categoría utilizando un modelo de IA.</a:t>
            </a:r>
            <a:endParaRPr sz="2000">
              <a:solidFill>
                <a:schemeClr val="dk1"/>
              </a:solidFill>
              <a:latin typeface="PT Sans"/>
              <a:ea typeface="PT Sans"/>
              <a:cs typeface="PT Sans"/>
              <a:sym typeface="PT Sans"/>
            </a:endParaRPr>
          </a:p>
        </p:txBody>
      </p:sp>
      <p:sp>
        <p:nvSpPr>
          <p:cNvPr id="2220" name="Google Shape;2220;g3a546d5887e_5_9"/>
          <p:cNvSpPr/>
          <p:nvPr/>
        </p:nvSpPr>
        <p:spPr>
          <a:xfrm>
            <a:off x="5266675" y="3793925"/>
            <a:ext cx="4166100" cy="1970700"/>
          </a:xfrm>
          <a:prstGeom prst="roundRect">
            <a:avLst>
              <a:gd fmla="val 20229" name="adj"/>
            </a:avLst>
          </a:prstGeom>
          <a:solidFill>
            <a:schemeClr val="accent2"/>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1" name="Google Shape;2221;g3a546d5887e_5_9"/>
          <p:cNvSpPr/>
          <p:nvPr/>
        </p:nvSpPr>
        <p:spPr>
          <a:xfrm>
            <a:off x="5637325" y="3919961"/>
            <a:ext cx="3424800" cy="3897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None/>
            </a:pPr>
            <a:r>
              <a:rPr b="1" lang="en-US" sz="2150">
                <a:solidFill>
                  <a:schemeClr val="dk1"/>
                </a:solidFill>
                <a:latin typeface="Nunito SemiBold"/>
                <a:ea typeface="Nunito SemiBold"/>
                <a:cs typeface="Nunito SemiBold"/>
                <a:sym typeface="Nunito SemiBold"/>
              </a:rPr>
              <a:t>RF10 – Resumen automático de eventos</a:t>
            </a:r>
            <a:endParaRPr b="1" sz="2150">
              <a:solidFill>
                <a:schemeClr val="dk1"/>
              </a:solidFill>
              <a:latin typeface="Nunito SemiBold"/>
              <a:ea typeface="Nunito SemiBold"/>
              <a:cs typeface="Nunito SemiBold"/>
              <a:sym typeface="Nunito SemiBold"/>
            </a:endParaRPr>
          </a:p>
          <a:p>
            <a:pPr indent="0" lvl="0" marL="0" marR="0" rtl="0" algn="ctr">
              <a:lnSpc>
                <a:spcPct val="125581"/>
              </a:lnSpc>
              <a:spcBef>
                <a:spcPts val="0"/>
              </a:spcBef>
              <a:spcAft>
                <a:spcPts val="0"/>
              </a:spcAft>
              <a:buNone/>
            </a:pPr>
            <a:r>
              <a:t/>
            </a:r>
            <a:endParaRPr b="1" sz="2150">
              <a:solidFill>
                <a:schemeClr val="dk1"/>
              </a:solidFill>
              <a:latin typeface="Nunito SemiBold"/>
              <a:ea typeface="Nunito SemiBold"/>
              <a:cs typeface="Nunito SemiBold"/>
              <a:sym typeface="Nunito SemiBold"/>
            </a:endParaRPr>
          </a:p>
        </p:txBody>
      </p:sp>
      <p:sp>
        <p:nvSpPr>
          <p:cNvPr id="2222" name="Google Shape;2222;g3a546d5887e_5_9"/>
          <p:cNvSpPr/>
          <p:nvPr/>
        </p:nvSpPr>
        <p:spPr>
          <a:xfrm>
            <a:off x="5385175" y="4820763"/>
            <a:ext cx="4166100" cy="8478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generar un resumen breve del evento utilizando IA.</a:t>
            </a:r>
            <a:endParaRPr sz="2000">
              <a:solidFill>
                <a:schemeClr val="dk1"/>
              </a:solidFill>
              <a:latin typeface="Calibri"/>
              <a:ea typeface="Calibri"/>
              <a:cs typeface="Calibri"/>
              <a:sym typeface="Calibri"/>
            </a:endParaRPr>
          </a:p>
        </p:txBody>
      </p:sp>
      <p:sp>
        <p:nvSpPr>
          <p:cNvPr id="2223" name="Google Shape;2223;g3a546d5887e_5_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8" name="Shape 2228"/>
        <p:cNvGrpSpPr/>
        <p:nvPr/>
      </p:nvGrpSpPr>
      <p:grpSpPr>
        <a:xfrm>
          <a:off x="0" y="0"/>
          <a:ext cx="0" cy="0"/>
          <a:chOff x="0" y="0"/>
          <a:chExt cx="0" cy="0"/>
        </a:xfrm>
      </p:grpSpPr>
      <p:sp>
        <p:nvSpPr>
          <p:cNvPr id="2229" name="Google Shape;2229;g3a3505be5ed_1_135"/>
          <p:cNvSpPr/>
          <p:nvPr/>
        </p:nvSpPr>
        <p:spPr>
          <a:xfrm>
            <a:off x="829276" y="651625"/>
            <a:ext cx="13521000" cy="961800"/>
          </a:xfrm>
          <a:prstGeom prst="rect">
            <a:avLst/>
          </a:prstGeom>
          <a:noFill/>
          <a:ln>
            <a:noFill/>
          </a:ln>
        </p:spPr>
        <p:txBody>
          <a:bodyPr anchorCtr="0" anchor="t" bIns="0" lIns="0" spcFirstLastPara="1" rIns="0" wrap="square" tIns="0">
            <a:noAutofit/>
          </a:bodyPr>
          <a:lstStyle/>
          <a:p>
            <a:pPr indent="0" lvl="0" marL="0" marR="0" rtl="0" algn="l">
              <a:lnSpc>
                <a:spcPct val="124793"/>
              </a:lnSpc>
              <a:spcBef>
                <a:spcPts val="0"/>
              </a:spcBef>
              <a:spcAft>
                <a:spcPts val="0"/>
              </a:spcAft>
              <a:buClr>
                <a:srgbClr val="FFFFFF"/>
              </a:buClr>
              <a:buSzPts val="6050"/>
              <a:buFont typeface="Nunito SemiBold"/>
              <a:buNone/>
            </a:pPr>
            <a:r>
              <a:rPr b="1" lang="en-US" sz="6050">
                <a:solidFill>
                  <a:schemeClr val="dk1"/>
                </a:solidFill>
                <a:latin typeface="Nunito SemiBold"/>
                <a:ea typeface="Nunito SemiBold"/>
                <a:cs typeface="Nunito SemiBold"/>
                <a:sym typeface="Nunito SemiBold"/>
              </a:rPr>
              <a:t>       </a:t>
            </a:r>
            <a:r>
              <a:rPr b="1" lang="en-US" sz="6050">
                <a:solidFill>
                  <a:schemeClr val="dk2"/>
                </a:solidFill>
                <a:latin typeface="Nunito SemiBold"/>
                <a:ea typeface="Nunito SemiBold"/>
                <a:cs typeface="Nunito SemiBold"/>
                <a:sym typeface="Nunito SemiBold"/>
              </a:rPr>
              <a:t>R</a:t>
            </a:r>
            <a:r>
              <a:rPr b="1" lang="en-US" sz="6050">
                <a:solidFill>
                  <a:schemeClr val="dk1"/>
                </a:solidFill>
                <a:latin typeface="Nunito SemiBold"/>
                <a:ea typeface="Nunito SemiBold"/>
                <a:cs typeface="Nunito SemiBold"/>
                <a:sym typeface="Nunito SemiBold"/>
              </a:rPr>
              <a:t>equisitos No Funcionales</a:t>
            </a:r>
            <a:endParaRPr sz="6050">
              <a:solidFill>
                <a:schemeClr val="dk1"/>
              </a:solidFill>
              <a:latin typeface="Calibri"/>
              <a:ea typeface="Calibri"/>
              <a:cs typeface="Calibri"/>
              <a:sym typeface="Calibri"/>
            </a:endParaRPr>
          </a:p>
        </p:txBody>
      </p:sp>
      <p:sp>
        <p:nvSpPr>
          <p:cNvPr id="2230" name="Google Shape;2230;g3a3505be5ed_1_135"/>
          <p:cNvSpPr/>
          <p:nvPr/>
        </p:nvSpPr>
        <p:spPr>
          <a:xfrm>
            <a:off x="710725" y="2374707"/>
            <a:ext cx="4166100" cy="2359800"/>
          </a:xfrm>
          <a:prstGeom prst="roundRect">
            <a:avLst>
              <a:gd fmla="val 20229"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1" name="Google Shape;2231;g3a3505be5ed_1_135"/>
          <p:cNvSpPr/>
          <p:nvPr/>
        </p:nvSpPr>
        <p:spPr>
          <a:xfrm>
            <a:off x="1127480" y="2697970"/>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RNF1 – Usabilidad</a:t>
            </a:r>
            <a:endParaRPr sz="2000">
              <a:solidFill>
                <a:schemeClr val="dk1"/>
              </a:solidFill>
              <a:latin typeface="Calibri"/>
              <a:ea typeface="Calibri"/>
              <a:cs typeface="Calibri"/>
              <a:sym typeface="Calibri"/>
            </a:endParaRPr>
          </a:p>
        </p:txBody>
      </p:sp>
      <p:sp>
        <p:nvSpPr>
          <p:cNvPr id="2232" name="Google Shape;2232;g3a3505be5ed_1_135"/>
          <p:cNvSpPr/>
          <p:nvPr/>
        </p:nvSpPr>
        <p:spPr>
          <a:xfrm>
            <a:off x="1062280" y="3427789"/>
            <a:ext cx="36921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2000">
                <a:solidFill>
                  <a:schemeClr val="dk1"/>
                </a:solidFill>
                <a:latin typeface="Nunito"/>
                <a:ea typeface="Nunito"/>
                <a:cs typeface="Nunito"/>
                <a:sym typeface="Nunito"/>
              </a:rPr>
              <a:t>La aplicación debe tener una interfaz intuitiva y fácil de usar.</a:t>
            </a:r>
            <a:endParaRPr sz="2000">
              <a:solidFill>
                <a:schemeClr val="dk1"/>
              </a:solidFill>
              <a:latin typeface="Nunito"/>
              <a:ea typeface="Nunito"/>
              <a:cs typeface="Nunito"/>
              <a:sym typeface="Nunito"/>
            </a:endParaRPr>
          </a:p>
          <a:p>
            <a:pPr indent="0" lvl="0" marL="0" marR="0" rtl="0" algn="l">
              <a:lnSpc>
                <a:spcPct val="125581"/>
              </a:lnSpc>
              <a:spcBef>
                <a:spcPts val="1200"/>
              </a:spcBef>
              <a:spcAft>
                <a:spcPts val="0"/>
              </a:spcAft>
              <a:buClr>
                <a:srgbClr val="FFFFFF"/>
              </a:buClr>
              <a:buSzPts val="2150"/>
              <a:buFont typeface="Nunito SemiBold"/>
              <a:buNone/>
            </a:pPr>
            <a:r>
              <a:t/>
            </a:r>
            <a:endParaRPr sz="2000">
              <a:solidFill>
                <a:schemeClr val="dk1"/>
              </a:solidFill>
              <a:latin typeface="Nunito"/>
              <a:ea typeface="Nunito"/>
              <a:cs typeface="Nunito"/>
              <a:sym typeface="Nunito"/>
            </a:endParaRPr>
          </a:p>
        </p:txBody>
      </p:sp>
      <p:sp>
        <p:nvSpPr>
          <p:cNvPr id="2233" name="Google Shape;2233;g3a3505be5ed_1_135"/>
          <p:cNvSpPr/>
          <p:nvPr/>
        </p:nvSpPr>
        <p:spPr>
          <a:xfrm>
            <a:off x="829275" y="5241588"/>
            <a:ext cx="4166100" cy="2311800"/>
          </a:xfrm>
          <a:prstGeom prst="roundRect">
            <a:avLst>
              <a:gd fmla="val 21145"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4" name="Google Shape;2234;g3a3505be5ed_1_135"/>
          <p:cNvSpPr/>
          <p:nvPr/>
        </p:nvSpPr>
        <p:spPr>
          <a:xfrm>
            <a:off x="1127474" y="5495776"/>
            <a:ext cx="3630900" cy="432900"/>
          </a:xfrm>
          <a:prstGeom prst="rect">
            <a:avLst/>
          </a:prstGeom>
          <a:noFill/>
          <a:ln>
            <a:noFill/>
          </a:ln>
        </p:spPr>
        <p:txBody>
          <a:bodyPr anchorCtr="0" anchor="t" bIns="0" lIns="0" spcFirstLastPara="1" rIns="0" wrap="square" tIns="0">
            <a:noAutofit/>
          </a:bodyPr>
          <a:lstStyle/>
          <a:p>
            <a:pPr indent="0" lvl="0" marL="0" marR="0" rtl="0" algn="ctr">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RNF4 – Confiabilidad de datos</a:t>
            </a:r>
            <a:endParaRPr sz="2000">
              <a:solidFill>
                <a:schemeClr val="dk1"/>
              </a:solidFill>
              <a:latin typeface="Calibri"/>
              <a:ea typeface="Calibri"/>
              <a:cs typeface="Calibri"/>
              <a:sym typeface="Calibri"/>
            </a:endParaRPr>
          </a:p>
        </p:txBody>
      </p:sp>
      <p:sp>
        <p:nvSpPr>
          <p:cNvPr id="2235" name="Google Shape;2235;g3a3505be5ed_1_135"/>
          <p:cNvSpPr/>
          <p:nvPr/>
        </p:nvSpPr>
        <p:spPr>
          <a:xfrm>
            <a:off x="1066275" y="5998123"/>
            <a:ext cx="3692100" cy="12894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La aplicación debe asegurar que la información de eventos visibles sea precisa y actualizada.</a:t>
            </a:r>
            <a:endParaRPr sz="2000">
              <a:solidFill>
                <a:schemeClr val="dk1"/>
              </a:solidFill>
              <a:latin typeface="Calibri"/>
              <a:ea typeface="Calibri"/>
              <a:cs typeface="Calibri"/>
              <a:sym typeface="Calibri"/>
            </a:endParaRPr>
          </a:p>
        </p:txBody>
      </p:sp>
      <p:sp>
        <p:nvSpPr>
          <p:cNvPr id="2236" name="Google Shape;2236;g3a3505be5ed_1_135"/>
          <p:cNvSpPr/>
          <p:nvPr/>
        </p:nvSpPr>
        <p:spPr>
          <a:xfrm>
            <a:off x="5232200" y="5241604"/>
            <a:ext cx="4166100" cy="2311800"/>
          </a:xfrm>
          <a:prstGeom prst="roundRect">
            <a:avLst>
              <a:gd fmla="val 20581"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7" name="Google Shape;2237;g3a3505be5ed_1_135"/>
          <p:cNvSpPr/>
          <p:nvPr/>
        </p:nvSpPr>
        <p:spPr>
          <a:xfrm>
            <a:off x="5499797" y="5495774"/>
            <a:ext cx="3630900" cy="43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RNF5 – Mantenibilidad</a:t>
            </a:r>
            <a:endParaRPr sz="2000">
              <a:solidFill>
                <a:schemeClr val="dk1"/>
              </a:solidFill>
              <a:latin typeface="Calibri"/>
              <a:ea typeface="Calibri"/>
              <a:cs typeface="Calibri"/>
              <a:sym typeface="Calibri"/>
            </a:endParaRPr>
          </a:p>
        </p:txBody>
      </p:sp>
      <p:sp>
        <p:nvSpPr>
          <p:cNvPr id="2238" name="Google Shape;2238;g3a3505be5ed_1_135"/>
          <p:cNvSpPr/>
          <p:nvPr/>
        </p:nvSpPr>
        <p:spPr>
          <a:xfrm>
            <a:off x="5469211" y="5998114"/>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El sistema debe ser fácil de actualizar, con una arquitectura modular.</a:t>
            </a:r>
            <a:endParaRPr sz="2000">
              <a:solidFill>
                <a:schemeClr val="dk1"/>
              </a:solidFill>
              <a:latin typeface="Calibri"/>
              <a:ea typeface="Calibri"/>
              <a:cs typeface="Calibri"/>
              <a:sym typeface="Calibri"/>
            </a:endParaRPr>
          </a:p>
        </p:txBody>
      </p:sp>
      <p:sp>
        <p:nvSpPr>
          <p:cNvPr id="2239" name="Google Shape;2239;g3a3505be5ed_1_135"/>
          <p:cNvSpPr/>
          <p:nvPr/>
        </p:nvSpPr>
        <p:spPr>
          <a:xfrm>
            <a:off x="9635125" y="5241394"/>
            <a:ext cx="4166100" cy="2311800"/>
          </a:xfrm>
          <a:prstGeom prst="roundRect">
            <a:avLst>
              <a:gd fmla="val 20017"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0" name="Google Shape;2240;g3a3505be5ed_1_135"/>
          <p:cNvSpPr/>
          <p:nvPr/>
        </p:nvSpPr>
        <p:spPr>
          <a:xfrm>
            <a:off x="9872117" y="5583531"/>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RNF6 – Escalabilidad</a:t>
            </a:r>
            <a:endParaRPr sz="2000">
              <a:solidFill>
                <a:schemeClr val="dk1"/>
              </a:solidFill>
              <a:latin typeface="Calibri"/>
              <a:ea typeface="Calibri"/>
              <a:cs typeface="Calibri"/>
              <a:sym typeface="Calibri"/>
            </a:endParaRPr>
          </a:p>
        </p:txBody>
      </p:sp>
      <p:sp>
        <p:nvSpPr>
          <p:cNvPr id="2241" name="Google Shape;2241;g3a3505be5ed_1_135"/>
          <p:cNvSpPr/>
          <p:nvPr/>
        </p:nvSpPr>
        <p:spPr>
          <a:xfrm>
            <a:off x="9872117" y="6074187"/>
            <a:ext cx="3692100" cy="11373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Debe poder soportar el aumento de usuarios y eventos sin perder rendimiento.</a:t>
            </a:r>
            <a:endParaRPr sz="2000">
              <a:solidFill>
                <a:schemeClr val="dk1"/>
              </a:solidFill>
              <a:latin typeface="Calibri"/>
              <a:ea typeface="Calibri"/>
              <a:cs typeface="Calibri"/>
              <a:sym typeface="Calibri"/>
            </a:endParaRPr>
          </a:p>
        </p:txBody>
      </p:sp>
      <p:sp>
        <p:nvSpPr>
          <p:cNvPr id="2242" name="Google Shape;2242;g3a3505be5ed_1_135"/>
          <p:cNvSpPr/>
          <p:nvPr/>
        </p:nvSpPr>
        <p:spPr>
          <a:xfrm>
            <a:off x="5232113" y="2374707"/>
            <a:ext cx="4166100" cy="2359800"/>
          </a:xfrm>
          <a:prstGeom prst="roundRect">
            <a:avLst>
              <a:gd fmla="val 20229"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3" name="Google Shape;2243;g3a3505be5ed_1_135"/>
          <p:cNvSpPr/>
          <p:nvPr/>
        </p:nvSpPr>
        <p:spPr>
          <a:xfrm>
            <a:off x="5469125" y="2635926"/>
            <a:ext cx="34827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RNF2 – Compatibilidad</a:t>
            </a:r>
            <a:endParaRPr sz="2000">
              <a:solidFill>
                <a:schemeClr val="dk1"/>
              </a:solidFill>
              <a:latin typeface="Calibri"/>
              <a:ea typeface="Calibri"/>
              <a:cs typeface="Calibri"/>
              <a:sym typeface="Calibri"/>
            </a:endParaRPr>
          </a:p>
        </p:txBody>
      </p:sp>
      <p:sp>
        <p:nvSpPr>
          <p:cNvPr id="2244" name="Google Shape;2244;g3a3505be5ed_1_135"/>
          <p:cNvSpPr/>
          <p:nvPr/>
        </p:nvSpPr>
        <p:spPr>
          <a:xfrm>
            <a:off x="5469125" y="3095451"/>
            <a:ext cx="3692100" cy="16392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Debe funcionar en dispositivos móviles Android/iOS y adaptarse a diferentes tamaños de pantalla.</a:t>
            </a:r>
            <a:endParaRPr sz="2000">
              <a:solidFill>
                <a:schemeClr val="dk1"/>
              </a:solidFill>
              <a:latin typeface="Calibri"/>
              <a:ea typeface="Calibri"/>
              <a:cs typeface="Calibri"/>
              <a:sym typeface="Calibri"/>
            </a:endParaRPr>
          </a:p>
        </p:txBody>
      </p:sp>
      <p:sp>
        <p:nvSpPr>
          <p:cNvPr id="2245" name="Google Shape;2245;g3a3505be5ed_1_135"/>
          <p:cNvSpPr/>
          <p:nvPr/>
        </p:nvSpPr>
        <p:spPr>
          <a:xfrm>
            <a:off x="9753525" y="2374700"/>
            <a:ext cx="4047600" cy="2359800"/>
          </a:xfrm>
          <a:prstGeom prst="roundRect">
            <a:avLst>
              <a:gd fmla="val 20229" name="adj"/>
            </a:avLst>
          </a:prstGeom>
          <a:solidFill>
            <a:schemeClr val="accent3"/>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6" name="Google Shape;2246;g3a3505be5ed_1_135"/>
          <p:cNvSpPr/>
          <p:nvPr/>
        </p:nvSpPr>
        <p:spPr>
          <a:xfrm>
            <a:off x="9988567" y="2635916"/>
            <a:ext cx="2787900" cy="348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2150"/>
              <a:buFont typeface="Nunito SemiBold"/>
              <a:buNone/>
            </a:pPr>
            <a:r>
              <a:rPr b="1" lang="en-US" sz="2000">
                <a:solidFill>
                  <a:schemeClr val="dk1"/>
                </a:solidFill>
                <a:latin typeface="Nunito SemiBold"/>
                <a:ea typeface="Nunito SemiBold"/>
                <a:cs typeface="Nunito SemiBold"/>
                <a:sym typeface="Nunito SemiBold"/>
              </a:rPr>
              <a:t>RNF3 – Seguridad</a:t>
            </a:r>
            <a:endParaRPr sz="2000">
              <a:solidFill>
                <a:schemeClr val="dk1"/>
              </a:solidFill>
              <a:latin typeface="Calibri"/>
              <a:ea typeface="Calibri"/>
              <a:cs typeface="Calibri"/>
              <a:sym typeface="Calibri"/>
            </a:endParaRPr>
          </a:p>
        </p:txBody>
      </p:sp>
      <p:sp>
        <p:nvSpPr>
          <p:cNvPr id="2247" name="Google Shape;2247;g3a3505be5ed_1_135"/>
          <p:cNvSpPr/>
          <p:nvPr/>
        </p:nvSpPr>
        <p:spPr>
          <a:xfrm>
            <a:off x="9931275" y="3186952"/>
            <a:ext cx="3692100" cy="1313700"/>
          </a:xfrm>
          <a:prstGeom prst="rect">
            <a:avLst/>
          </a:prstGeom>
          <a:noFill/>
          <a:ln>
            <a:noFill/>
          </a:ln>
        </p:spPr>
        <p:txBody>
          <a:bodyPr anchorCtr="0" anchor="t" bIns="0" lIns="0" spcFirstLastPara="1" rIns="0" wrap="square" tIns="0">
            <a:noAutofit/>
          </a:bodyPr>
          <a:lstStyle/>
          <a:p>
            <a:pPr indent="0" lvl="0" marL="0" marR="0" rtl="0" algn="l">
              <a:lnSpc>
                <a:spcPct val="159459"/>
              </a:lnSpc>
              <a:spcBef>
                <a:spcPts val="0"/>
              </a:spcBef>
              <a:spcAft>
                <a:spcPts val="0"/>
              </a:spcAft>
              <a:buClr>
                <a:srgbClr val="FFFFFF"/>
              </a:buClr>
              <a:buSzPts val="1850"/>
              <a:buFont typeface="PT Sans"/>
              <a:buNone/>
            </a:pPr>
            <a:r>
              <a:rPr lang="en-US" sz="2000">
                <a:solidFill>
                  <a:schemeClr val="dk1"/>
                </a:solidFill>
                <a:latin typeface="PT Sans"/>
                <a:ea typeface="PT Sans"/>
                <a:cs typeface="PT Sans"/>
                <a:sym typeface="PT Sans"/>
              </a:rPr>
              <a:t>Debe proteger los datos de los usuarios mediante autenticación segura y control de acceso.</a:t>
            </a:r>
            <a:endParaRPr sz="2000">
              <a:solidFill>
                <a:schemeClr val="dk1"/>
              </a:solidFill>
              <a:latin typeface="Calibri"/>
              <a:ea typeface="Calibri"/>
              <a:cs typeface="Calibri"/>
              <a:sym typeface="Calibri"/>
            </a:endParaRPr>
          </a:p>
        </p:txBody>
      </p:sp>
      <p:sp>
        <p:nvSpPr>
          <p:cNvPr id="2248" name="Google Shape;2248;g3a3505be5ed_1_13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g3a3505be5ed_1_158"/>
          <p:cNvSpPr/>
          <p:nvPr/>
        </p:nvSpPr>
        <p:spPr>
          <a:xfrm>
            <a:off x="586843" y="462800"/>
            <a:ext cx="12885900" cy="680700"/>
          </a:xfrm>
          <a:prstGeom prst="rect">
            <a:avLst/>
          </a:prstGeom>
          <a:noFill/>
          <a:ln>
            <a:noFill/>
          </a:ln>
        </p:spPr>
        <p:txBody>
          <a:bodyPr anchorCtr="0" anchor="t" bIns="0" lIns="0" spcFirstLastPara="1" rIns="0" wrap="square" tIns="0">
            <a:noAutofit/>
          </a:bodyPr>
          <a:lstStyle/>
          <a:p>
            <a:pPr indent="0" lvl="0" marL="0" marR="0" rtl="0" algn="ctr">
              <a:lnSpc>
                <a:spcPct val="125882"/>
              </a:lnSpc>
              <a:spcBef>
                <a:spcPts val="0"/>
              </a:spcBef>
              <a:spcAft>
                <a:spcPts val="0"/>
              </a:spcAft>
              <a:buClr>
                <a:srgbClr val="FFFFFF"/>
              </a:buClr>
              <a:buSzPts val="4250"/>
              <a:buFont typeface="Nunito SemiBold"/>
              <a:buNone/>
            </a:pPr>
            <a:r>
              <a:rPr b="1" lang="en-US" sz="4250">
                <a:solidFill>
                  <a:schemeClr val="dk2"/>
                </a:solidFill>
                <a:latin typeface="Nunito SemiBold"/>
                <a:ea typeface="Nunito SemiBold"/>
                <a:cs typeface="Nunito SemiBold"/>
                <a:sym typeface="Nunito SemiBold"/>
              </a:rPr>
              <a:t>R</a:t>
            </a:r>
            <a:r>
              <a:rPr b="1" lang="en-US" sz="4250">
                <a:solidFill>
                  <a:schemeClr val="dk1"/>
                </a:solidFill>
                <a:latin typeface="Nunito SemiBold"/>
                <a:ea typeface="Nunito SemiBold"/>
                <a:cs typeface="Nunito SemiBold"/>
                <a:sym typeface="Nunito SemiBold"/>
              </a:rPr>
              <a:t>equisitos No Funcionales</a:t>
            </a:r>
            <a:endParaRPr sz="4250">
              <a:solidFill>
                <a:schemeClr val="dk1"/>
              </a:solidFill>
              <a:latin typeface="Calibri"/>
              <a:ea typeface="Calibri"/>
              <a:cs typeface="Calibri"/>
              <a:sym typeface="Calibri"/>
            </a:endParaRPr>
          </a:p>
        </p:txBody>
      </p:sp>
      <p:sp>
        <p:nvSpPr>
          <p:cNvPr id="2255" name="Google Shape;2255;g3a3505be5ed_1_158"/>
          <p:cNvSpPr/>
          <p:nvPr/>
        </p:nvSpPr>
        <p:spPr>
          <a:xfrm>
            <a:off x="586850" y="1730102"/>
            <a:ext cx="4373700" cy="2166900"/>
          </a:xfrm>
          <a:prstGeom prst="roundRect">
            <a:avLst>
              <a:gd fmla="val 17784"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6" name="Google Shape;2256;g3a3505be5ed_1_158"/>
          <p:cNvSpPr/>
          <p:nvPr/>
        </p:nvSpPr>
        <p:spPr>
          <a:xfrm>
            <a:off x="754501" y="2036126"/>
            <a:ext cx="36699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RNF7 – Accesibilidad</a:t>
            </a:r>
            <a:endParaRPr sz="2000">
              <a:solidFill>
                <a:schemeClr val="dk1"/>
              </a:solidFill>
              <a:latin typeface="Calibri"/>
              <a:ea typeface="Calibri"/>
              <a:cs typeface="Calibri"/>
              <a:sym typeface="Calibri"/>
            </a:endParaRPr>
          </a:p>
        </p:txBody>
      </p:sp>
      <p:sp>
        <p:nvSpPr>
          <p:cNvPr id="2257" name="Google Shape;2257;g3a3505be5ed_1_158"/>
          <p:cNvSpPr/>
          <p:nvPr/>
        </p:nvSpPr>
        <p:spPr>
          <a:xfrm>
            <a:off x="754500" y="2504775"/>
            <a:ext cx="42060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Debe cumplir criterios de accesibilidad para permitir su uso por distintos tipos de usuarios.</a:t>
            </a:r>
            <a:endParaRPr sz="2000">
              <a:solidFill>
                <a:schemeClr val="dk1"/>
              </a:solidFill>
              <a:latin typeface="Calibri"/>
              <a:ea typeface="Calibri"/>
              <a:cs typeface="Calibri"/>
              <a:sym typeface="Calibri"/>
            </a:endParaRPr>
          </a:p>
        </p:txBody>
      </p:sp>
      <p:sp>
        <p:nvSpPr>
          <p:cNvPr id="2258" name="Google Shape;2258;g3a3505be5ed_1_158"/>
          <p:cNvSpPr/>
          <p:nvPr/>
        </p:nvSpPr>
        <p:spPr>
          <a:xfrm>
            <a:off x="5128250" y="1730124"/>
            <a:ext cx="4373700" cy="2166900"/>
          </a:xfrm>
          <a:prstGeom prst="roundRect">
            <a:avLst>
              <a:gd fmla="val 18284"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9" name="Google Shape;2259;g3a3505be5ed_1_158"/>
          <p:cNvSpPr/>
          <p:nvPr/>
        </p:nvSpPr>
        <p:spPr>
          <a:xfrm>
            <a:off x="5295900" y="2065374"/>
            <a:ext cx="3873600" cy="347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RNF8 – Privacidad</a:t>
            </a:r>
            <a:endParaRPr sz="2000">
              <a:solidFill>
                <a:schemeClr val="dk1"/>
              </a:solidFill>
              <a:latin typeface="Calibri"/>
              <a:ea typeface="Calibri"/>
              <a:cs typeface="Calibri"/>
              <a:sym typeface="Calibri"/>
            </a:endParaRPr>
          </a:p>
        </p:txBody>
      </p:sp>
      <p:sp>
        <p:nvSpPr>
          <p:cNvPr id="2260" name="Google Shape;2260;g3a3505be5ed_1_158"/>
          <p:cNvSpPr/>
          <p:nvPr/>
        </p:nvSpPr>
        <p:spPr>
          <a:xfrm>
            <a:off x="5295900" y="2412563"/>
            <a:ext cx="40386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Los datos personales deben usarse únicamente para los fines de la aplicación.</a:t>
            </a:r>
            <a:endParaRPr sz="2000">
              <a:solidFill>
                <a:schemeClr val="dk1"/>
              </a:solidFill>
              <a:latin typeface="Calibri"/>
              <a:ea typeface="Calibri"/>
              <a:cs typeface="Calibri"/>
              <a:sym typeface="Calibri"/>
            </a:endParaRPr>
          </a:p>
        </p:txBody>
      </p:sp>
      <p:sp>
        <p:nvSpPr>
          <p:cNvPr id="2261" name="Google Shape;2261;g3a3505be5ed_1_158"/>
          <p:cNvSpPr/>
          <p:nvPr/>
        </p:nvSpPr>
        <p:spPr>
          <a:xfrm>
            <a:off x="9669650" y="1719149"/>
            <a:ext cx="4373700" cy="2166900"/>
          </a:xfrm>
          <a:prstGeom prst="roundRect">
            <a:avLst>
              <a:gd fmla="val 16764"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2" name="Google Shape;2262;g3a3505be5ed_1_158"/>
          <p:cNvSpPr/>
          <p:nvPr/>
        </p:nvSpPr>
        <p:spPr>
          <a:xfrm>
            <a:off x="9886499" y="2115600"/>
            <a:ext cx="38736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RNF9 – Personalización</a:t>
            </a:r>
            <a:endParaRPr sz="2000">
              <a:solidFill>
                <a:schemeClr val="dk1"/>
              </a:solidFill>
              <a:latin typeface="Calibri"/>
              <a:ea typeface="Calibri"/>
              <a:cs typeface="Calibri"/>
              <a:sym typeface="Calibri"/>
            </a:endParaRPr>
          </a:p>
        </p:txBody>
      </p:sp>
      <p:sp>
        <p:nvSpPr>
          <p:cNvPr id="2263" name="Google Shape;2263;g3a3505be5ed_1_158"/>
          <p:cNvSpPr/>
          <p:nvPr/>
        </p:nvSpPr>
        <p:spPr>
          <a:xfrm>
            <a:off x="9886501" y="2462778"/>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Las notificaciones y funciones deben personalizarse según preferencias del usuario.</a:t>
            </a:r>
            <a:endParaRPr sz="2000">
              <a:solidFill>
                <a:schemeClr val="dk1"/>
              </a:solidFill>
              <a:latin typeface="Calibri"/>
              <a:ea typeface="Calibri"/>
              <a:cs typeface="Calibri"/>
              <a:sym typeface="Calibri"/>
            </a:endParaRPr>
          </a:p>
        </p:txBody>
      </p:sp>
      <p:sp>
        <p:nvSpPr>
          <p:cNvPr id="2264" name="Google Shape;2264;g3a3505be5ed_1_158"/>
          <p:cNvSpPr/>
          <p:nvPr/>
        </p:nvSpPr>
        <p:spPr>
          <a:xfrm>
            <a:off x="586850" y="4483600"/>
            <a:ext cx="4373700" cy="2290500"/>
          </a:xfrm>
          <a:prstGeom prst="roundRect">
            <a:avLst>
              <a:gd fmla="val 18678"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5" name="Google Shape;2265;g3a3505be5ed_1_158"/>
          <p:cNvSpPr/>
          <p:nvPr/>
        </p:nvSpPr>
        <p:spPr>
          <a:xfrm>
            <a:off x="754501" y="4818825"/>
            <a:ext cx="37272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RNF10 – Disponibilidad</a:t>
            </a:r>
            <a:endParaRPr sz="2000">
              <a:solidFill>
                <a:schemeClr val="dk1"/>
              </a:solidFill>
              <a:latin typeface="Calibri"/>
              <a:ea typeface="Calibri"/>
              <a:cs typeface="Calibri"/>
              <a:sym typeface="Calibri"/>
            </a:endParaRPr>
          </a:p>
        </p:txBody>
      </p:sp>
      <p:sp>
        <p:nvSpPr>
          <p:cNvPr id="2266" name="Google Shape;2266;g3a3505be5ed_1_158"/>
          <p:cNvSpPr/>
          <p:nvPr/>
        </p:nvSpPr>
        <p:spPr>
          <a:xfrm>
            <a:off x="754499" y="5166010"/>
            <a:ext cx="4038600" cy="8043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La aplicación debe estar disponible de manera estable, minimizando tiempos de inactividad.</a:t>
            </a:r>
            <a:endParaRPr sz="2000">
              <a:solidFill>
                <a:schemeClr val="dk1"/>
              </a:solidFill>
              <a:latin typeface="Calibri"/>
              <a:ea typeface="Calibri"/>
              <a:cs typeface="Calibri"/>
              <a:sym typeface="Calibri"/>
            </a:endParaRPr>
          </a:p>
        </p:txBody>
      </p:sp>
      <p:sp>
        <p:nvSpPr>
          <p:cNvPr id="2267" name="Google Shape;2267;g3a3505be5ed_1_158"/>
          <p:cNvSpPr/>
          <p:nvPr/>
        </p:nvSpPr>
        <p:spPr>
          <a:xfrm>
            <a:off x="5128250" y="4055376"/>
            <a:ext cx="4373700" cy="1937400"/>
          </a:xfrm>
          <a:prstGeom prst="roundRect">
            <a:avLst>
              <a:gd fmla="val 1594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8" name="Google Shape;2268;g3a3505be5ed_1_158"/>
          <p:cNvSpPr/>
          <p:nvPr/>
        </p:nvSpPr>
        <p:spPr>
          <a:xfrm>
            <a:off x="5295900" y="4332051"/>
            <a:ext cx="3573300" cy="3051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RNF11 – Integración</a:t>
            </a:r>
            <a:endParaRPr sz="2000">
              <a:solidFill>
                <a:schemeClr val="dk1"/>
              </a:solidFill>
              <a:latin typeface="Calibri"/>
              <a:ea typeface="Calibri"/>
              <a:cs typeface="Calibri"/>
              <a:sym typeface="Calibri"/>
            </a:endParaRPr>
          </a:p>
        </p:txBody>
      </p:sp>
      <p:sp>
        <p:nvSpPr>
          <p:cNvPr id="2269" name="Google Shape;2269;g3a3505be5ed_1_158"/>
          <p:cNvSpPr/>
          <p:nvPr/>
        </p:nvSpPr>
        <p:spPr>
          <a:xfrm>
            <a:off x="5295900" y="4737731"/>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Integración fluida con APIs externas para importar eventos y ubicaciones.</a:t>
            </a:r>
            <a:endParaRPr sz="2000">
              <a:solidFill>
                <a:schemeClr val="dk1"/>
              </a:solidFill>
              <a:latin typeface="Calibri"/>
              <a:ea typeface="Calibri"/>
              <a:cs typeface="Calibri"/>
              <a:sym typeface="Calibri"/>
            </a:endParaRPr>
          </a:p>
        </p:txBody>
      </p:sp>
      <p:sp>
        <p:nvSpPr>
          <p:cNvPr id="2270" name="Google Shape;2270;g3a3505be5ed_1_158"/>
          <p:cNvSpPr/>
          <p:nvPr/>
        </p:nvSpPr>
        <p:spPr>
          <a:xfrm>
            <a:off x="9669650" y="4030900"/>
            <a:ext cx="4373700" cy="2101200"/>
          </a:xfrm>
          <a:prstGeom prst="roundRect">
            <a:avLst>
              <a:gd fmla="val 12387"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1" name="Google Shape;2271;g3a3505be5ed_1_158"/>
          <p:cNvSpPr/>
          <p:nvPr/>
        </p:nvSpPr>
        <p:spPr>
          <a:xfrm>
            <a:off x="9837299" y="4222975"/>
            <a:ext cx="41370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RNF12 – Despliegue</a:t>
            </a:r>
            <a:endParaRPr sz="2000">
              <a:solidFill>
                <a:schemeClr val="dk1"/>
              </a:solidFill>
              <a:latin typeface="Calibri"/>
              <a:ea typeface="Calibri"/>
              <a:cs typeface="Calibri"/>
              <a:sym typeface="Calibri"/>
            </a:endParaRPr>
          </a:p>
        </p:txBody>
      </p:sp>
      <p:sp>
        <p:nvSpPr>
          <p:cNvPr id="2272" name="Google Shape;2272;g3a3505be5ed_1_158"/>
          <p:cNvSpPr/>
          <p:nvPr/>
        </p:nvSpPr>
        <p:spPr>
          <a:xfrm>
            <a:off x="9837300" y="4570181"/>
            <a:ext cx="4038600" cy="1398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La app debe ser distribuible fácilmente en tiendas móviles (Play Store / App Store).</a:t>
            </a:r>
            <a:endParaRPr sz="2000">
              <a:solidFill>
                <a:schemeClr val="dk1"/>
              </a:solidFill>
              <a:latin typeface="Calibri"/>
              <a:ea typeface="Calibri"/>
              <a:cs typeface="Calibri"/>
              <a:sym typeface="Calibri"/>
            </a:endParaRPr>
          </a:p>
        </p:txBody>
      </p:sp>
      <p:sp>
        <p:nvSpPr>
          <p:cNvPr id="2273" name="Google Shape;2273;g3a3505be5ed_1_158"/>
          <p:cNvSpPr/>
          <p:nvPr/>
        </p:nvSpPr>
        <p:spPr>
          <a:xfrm>
            <a:off x="5212100" y="6490124"/>
            <a:ext cx="4373700" cy="1739400"/>
          </a:xfrm>
          <a:prstGeom prst="roundRect">
            <a:avLst>
              <a:gd fmla="val 14009"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4" name="Google Shape;2274;g3a3505be5ed_1_158"/>
          <p:cNvSpPr/>
          <p:nvPr/>
        </p:nvSpPr>
        <p:spPr>
          <a:xfrm>
            <a:off x="5379801" y="6714750"/>
            <a:ext cx="4206000" cy="246600"/>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FFFFFF"/>
              </a:buClr>
              <a:buSzPts val="1550"/>
              <a:buFont typeface="Nunito SemiBold"/>
              <a:buNone/>
            </a:pPr>
            <a:r>
              <a:rPr b="1" lang="en-US" sz="2000">
                <a:solidFill>
                  <a:schemeClr val="dk1"/>
                </a:solidFill>
                <a:latin typeface="Nunito SemiBold"/>
                <a:ea typeface="Nunito SemiBold"/>
                <a:cs typeface="Nunito SemiBold"/>
                <a:sym typeface="Nunito SemiBold"/>
              </a:rPr>
              <a:t>RNF13 – Documentación</a:t>
            </a:r>
            <a:endParaRPr sz="2000">
              <a:solidFill>
                <a:schemeClr val="dk1"/>
              </a:solidFill>
              <a:latin typeface="Calibri"/>
              <a:ea typeface="Calibri"/>
              <a:cs typeface="Calibri"/>
              <a:sym typeface="Calibri"/>
            </a:endParaRPr>
          </a:p>
        </p:txBody>
      </p:sp>
      <p:sp>
        <p:nvSpPr>
          <p:cNvPr id="2275" name="Google Shape;2275;g3a3505be5ed_1_158"/>
          <p:cNvSpPr/>
          <p:nvPr/>
        </p:nvSpPr>
        <p:spPr>
          <a:xfrm>
            <a:off x="5295949" y="7142157"/>
            <a:ext cx="4038600" cy="5364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FFFFF"/>
              </a:buClr>
              <a:buSzPts val="1300"/>
              <a:buFont typeface="PT Sans"/>
              <a:buNone/>
            </a:pPr>
            <a:r>
              <a:rPr lang="en-US" sz="2000">
                <a:solidFill>
                  <a:schemeClr val="dk1"/>
                </a:solidFill>
                <a:latin typeface="PT Sans"/>
                <a:ea typeface="PT Sans"/>
                <a:cs typeface="PT Sans"/>
                <a:sym typeface="PT Sans"/>
              </a:rPr>
              <a:t>Contar con manual de usuario y guía básica de soporte.</a:t>
            </a:r>
            <a:endParaRPr sz="2000">
              <a:solidFill>
                <a:schemeClr val="dk1"/>
              </a:solidFill>
              <a:latin typeface="Calibri"/>
              <a:ea typeface="Calibri"/>
              <a:cs typeface="Calibri"/>
              <a:sym typeface="Calibri"/>
            </a:endParaRPr>
          </a:p>
        </p:txBody>
      </p:sp>
      <p:sp>
        <p:nvSpPr>
          <p:cNvPr id="2276" name="Google Shape;2276;g3a3505be5ed_1_15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sp>
        <p:nvSpPr>
          <p:cNvPr id="2282" name="Google Shape;2282;p6"/>
          <p:cNvSpPr/>
          <p:nvPr/>
        </p:nvSpPr>
        <p:spPr>
          <a:xfrm>
            <a:off x="523575" y="270850"/>
            <a:ext cx="7829400" cy="1753800"/>
          </a:xfrm>
          <a:prstGeom prst="rect">
            <a:avLst/>
          </a:prstGeom>
          <a:noFill/>
          <a:ln>
            <a:noFill/>
          </a:ln>
        </p:spPr>
        <p:txBody>
          <a:bodyPr anchorCtr="0" anchor="t" bIns="0" lIns="0" spcFirstLastPara="1" rIns="0" wrap="square" tIns="0">
            <a:noAutofit/>
          </a:bodyPr>
          <a:lstStyle/>
          <a:p>
            <a:pPr indent="0" lvl="0" marL="0" marR="0" rtl="0" algn="ctr">
              <a:lnSpc>
                <a:spcPct val="125409"/>
              </a:lnSpc>
              <a:spcBef>
                <a:spcPts val="0"/>
              </a:spcBef>
              <a:spcAft>
                <a:spcPts val="0"/>
              </a:spcAft>
              <a:buClr>
                <a:srgbClr val="FFFFFF"/>
              </a:buClr>
              <a:buSzPts val="6100"/>
              <a:buFont typeface="Nunito SemiBold"/>
              <a:buNone/>
            </a:pPr>
            <a:r>
              <a:rPr lang="en-US" sz="6300">
                <a:solidFill>
                  <a:schemeClr val="dk2"/>
                </a:solidFill>
                <a:latin typeface="Nunito SemiBold"/>
                <a:ea typeface="Nunito SemiBold"/>
                <a:cs typeface="Nunito SemiBold"/>
                <a:sym typeface="Nunito SemiBold"/>
              </a:rPr>
              <a:t>A</a:t>
            </a:r>
            <a:r>
              <a:rPr lang="en-US" sz="6300">
                <a:solidFill>
                  <a:schemeClr val="dk1"/>
                </a:solidFill>
                <a:latin typeface="Nunito SemiBold"/>
                <a:ea typeface="Nunito SemiBold"/>
                <a:cs typeface="Nunito SemiBold"/>
                <a:sym typeface="Nunito SemiBold"/>
              </a:rPr>
              <a:t>rquitectura de la Solución</a:t>
            </a:r>
            <a:endParaRPr sz="6300">
              <a:solidFill>
                <a:schemeClr val="dk1"/>
              </a:solidFill>
              <a:latin typeface="Calibri"/>
              <a:ea typeface="Calibri"/>
              <a:cs typeface="Calibri"/>
              <a:sym typeface="Calibri"/>
            </a:endParaRPr>
          </a:p>
        </p:txBody>
      </p:sp>
      <p:sp>
        <p:nvSpPr>
          <p:cNvPr id="2283" name="Google Shape;2283;p6"/>
          <p:cNvSpPr/>
          <p:nvPr/>
        </p:nvSpPr>
        <p:spPr>
          <a:xfrm>
            <a:off x="888599" y="2638883"/>
            <a:ext cx="7539300" cy="1435800"/>
          </a:xfrm>
          <a:prstGeom prst="rect">
            <a:avLst/>
          </a:prstGeom>
          <a:noFill/>
          <a:ln>
            <a:noFill/>
          </a:ln>
        </p:spPr>
        <p:txBody>
          <a:bodyPr anchorCtr="0" anchor="t" bIns="0" lIns="0" spcFirstLastPara="1" rIns="0" wrap="square" tIns="0">
            <a:noAutofit/>
          </a:bodyPr>
          <a:lstStyle/>
          <a:p>
            <a:pPr indent="0" lvl="0" marL="0" marR="0" rtl="0" algn="l">
              <a:lnSpc>
                <a:spcPct val="159574"/>
              </a:lnSpc>
              <a:spcBef>
                <a:spcPts val="0"/>
              </a:spcBef>
              <a:spcAft>
                <a:spcPts val="0"/>
              </a:spcAft>
              <a:buClr>
                <a:srgbClr val="FFFFFF"/>
              </a:buClr>
              <a:buSzPts val="2350"/>
              <a:buFont typeface="PT Sans"/>
              <a:buNone/>
            </a:pPr>
            <a:r>
              <a:rPr lang="en-US" sz="2550">
                <a:solidFill>
                  <a:schemeClr val="dk1"/>
                </a:solidFill>
                <a:latin typeface="PT Sans"/>
                <a:ea typeface="PT Sans"/>
                <a:cs typeface="PT Sans"/>
                <a:sym typeface="PT Sans"/>
              </a:rPr>
              <a:t>Nuestra arquitectura se basa en un stack tecnológico moderno que garantiza velocidad, escalabilidad y una excelente experiencia de usuario.</a:t>
            </a:r>
            <a:endParaRPr sz="2550">
              <a:solidFill>
                <a:schemeClr val="dk1"/>
              </a:solidFill>
              <a:latin typeface="Calibri"/>
              <a:ea typeface="Calibri"/>
              <a:cs typeface="Calibri"/>
              <a:sym typeface="Calibri"/>
            </a:endParaRPr>
          </a:p>
        </p:txBody>
      </p:sp>
      <p:sp>
        <p:nvSpPr>
          <p:cNvPr id="2284" name="Google Shape;2284;p6"/>
          <p:cNvSpPr/>
          <p:nvPr/>
        </p:nvSpPr>
        <p:spPr>
          <a:xfrm>
            <a:off x="1322399" y="5047961"/>
            <a:ext cx="7539300" cy="4785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Frontend:</a:t>
            </a:r>
            <a:r>
              <a:rPr lang="en-US" sz="2050">
                <a:solidFill>
                  <a:schemeClr val="dk1"/>
                </a:solidFill>
                <a:latin typeface="PT Sans"/>
                <a:ea typeface="PT Sans"/>
                <a:cs typeface="PT Sans"/>
                <a:sym typeface="PT Sans"/>
              </a:rPr>
              <a:t> React, Vite, Tailwind CSS, Leaflet</a:t>
            </a:r>
            <a:endParaRPr sz="2050">
              <a:solidFill>
                <a:schemeClr val="dk1"/>
              </a:solidFill>
              <a:latin typeface="Calibri"/>
              <a:ea typeface="Calibri"/>
              <a:cs typeface="Calibri"/>
              <a:sym typeface="Calibri"/>
            </a:endParaRPr>
          </a:p>
        </p:txBody>
      </p:sp>
      <p:sp>
        <p:nvSpPr>
          <p:cNvPr id="2285" name="Google Shape;2285;p6"/>
          <p:cNvSpPr/>
          <p:nvPr/>
        </p:nvSpPr>
        <p:spPr>
          <a:xfrm>
            <a:off x="1322399" y="5750043"/>
            <a:ext cx="7539300" cy="4785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Móvil:</a:t>
            </a:r>
            <a:r>
              <a:rPr lang="en-US" sz="2050">
                <a:solidFill>
                  <a:schemeClr val="dk1"/>
                </a:solidFill>
                <a:latin typeface="PT Sans"/>
                <a:ea typeface="PT Sans"/>
                <a:cs typeface="PT Sans"/>
                <a:sym typeface="PT Sans"/>
              </a:rPr>
              <a:t> Capacitor para empaquetado nativo</a:t>
            </a:r>
            <a:endParaRPr sz="2050">
              <a:solidFill>
                <a:schemeClr val="dk1"/>
              </a:solidFill>
              <a:latin typeface="Calibri"/>
              <a:ea typeface="Calibri"/>
              <a:cs typeface="Calibri"/>
              <a:sym typeface="Calibri"/>
            </a:endParaRPr>
          </a:p>
        </p:txBody>
      </p:sp>
      <p:sp>
        <p:nvSpPr>
          <p:cNvPr id="2286" name="Google Shape;2286;p6"/>
          <p:cNvSpPr/>
          <p:nvPr/>
        </p:nvSpPr>
        <p:spPr>
          <a:xfrm>
            <a:off x="1322399" y="6596600"/>
            <a:ext cx="7539300" cy="957300"/>
          </a:xfrm>
          <a:prstGeom prst="rect">
            <a:avLst/>
          </a:prstGeom>
          <a:noFill/>
          <a:ln>
            <a:noFill/>
          </a:ln>
        </p:spPr>
        <p:txBody>
          <a:bodyPr anchorCtr="0" anchor="t" bIns="0" lIns="0" spcFirstLastPara="1" rIns="0" wrap="square" tIns="0">
            <a:noAutofit/>
          </a:bodyPr>
          <a:lstStyle/>
          <a:p>
            <a:pPr indent="-355600" lvl="0" marL="342900" marR="0" rtl="0" algn="l">
              <a:lnSpc>
                <a:spcPct val="162162"/>
              </a:lnSpc>
              <a:spcBef>
                <a:spcPts val="0"/>
              </a:spcBef>
              <a:spcAft>
                <a:spcPts val="0"/>
              </a:spcAft>
              <a:buClr>
                <a:schemeClr val="dk1"/>
              </a:buClr>
              <a:buSzPts val="2050"/>
              <a:buFont typeface="PT Sans"/>
              <a:buChar char="•"/>
            </a:pPr>
            <a:r>
              <a:rPr b="1" lang="en-US" sz="2050">
                <a:solidFill>
                  <a:schemeClr val="dk1"/>
                </a:solidFill>
                <a:latin typeface="PT Sans"/>
                <a:ea typeface="PT Sans"/>
                <a:cs typeface="PT Sans"/>
                <a:sym typeface="PT Sans"/>
              </a:rPr>
              <a:t>Backend y BD:</a:t>
            </a:r>
            <a:r>
              <a:rPr lang="en-US" sz="2050">
                <a:solidFill>
                  <a:schemeClr val="dk1"/>
                </a:solidFill>
                <a:latin typeface="PT Sans"/>
                <a:ea typeface="PT Sans"/>
                <a:cs typeface="PT Sans"/>
                <a:sym typeface="PT Sans"/>
              </a:rPr>
              <a:t> Supabase (Base de Datos PostgreSQL, Autenticación y APIs)</a:t>
            </a:r>
            <a:endParaRPr sz="2050">
              <a:solidFill>
                <a:schemeClr val="dk1"/>
              </a:solidFill>
              <a:latin typeface="Calibri"/>
              <a:ea typeface="Calibri"/>
              <a:cs typeface="Calibri"/>
              <a:sym typeface="Calibri"/>
            </a:endParaRPr>
          </a:p>
        </p:txBody>
      </p:sp>
      <p:pic>
        <p:nvPicPr>
          <p:cNvPr id="2287" name="Google Shape;2287;p6" title="ChatGPT Image 20 nov 2025, 20_14_39.png"/>
          <p:cNvPicPr preferRelativeResize="0"/>
          <p:nvPr/>
        </p:nvPicPr>
        <p:blipFill>
          <a:blip r:embed="rId4">
            <a:alphaModFix/>
          </a:blip>
          <a:stretch>
            <a:fillRect/>
          </a:stretch>
        </p:blipFill>
        <p:spPr>
          <a:xfrm>
            <a:off x="8923450" y="-12"/>
            <a:ext cx="5706950" cy="8348421"/>
          </a:xfrm>
          <a:prstGeom prst="rect">
            <a:avLst/>
          </a:prstGeom>
          <a:noFill/>
          <a:ln>
            <a:noFill/>
          </a:ln>
        </p:spPr>
      </p:pic>
      <p:sp>
        <p:nvSpPr>
          <p:cNvPr id="2288" name="Google Shape;2288;p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2" name="Shape 2292"/>
        <p:cNvGrpSpPr/>
        <p:nvPr/>
      </p:nvGrpSpPr>
      <p:grpSpPr>
        <a:xfrm>
          <a:off x="0" y="0"/>
          <a:ext cx="0" cy="0"/>
          <a:chOff x="0" y="0"/>
          <a:chExt cx="0" cy="0"/>
        </a:xfrm>
      </p:grpSpPr>
      <p:sp>
        <p:nvSpPr>
          <p:cNvPr id="2293" name="Google Shape;2293;g3a546d5887e_1_4"/>
          <p:cNvSpPr txBox="1"/>
          <p:nvPr/>
        </p:nvSpPr>
        <p:spPr>
          <a:xfrm>
            <a:off x="4502800" y="169850"/>
            <a:ext cx="5056200" cy="661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100">
                <a:solidFill>
                  <a:schemeClr val="dk2"/>
                </a:solidFill>
              </a:rPr>
              <a:t>M</a:t>
            </a:r>
            <a:r>
              <a:rPr b="1" lang="en-US" sz="3100">
                <a:solidFill>
                  <a:schemeClr val="dk1"/>
                </a:solidFill>
              </a:rPr>
              <a:t>odelo de datos</a:t>
            </a:r>
            <a:endParaRPr b="1" sz="3100">
              <a:solidFill>
                <a:schemeClr val="dk1"/>
              </a:solidFill>
            </a:endParaRPr>
          </a:p>
        </p:txBody>
      </p:sp>
      <p:pic>
        <p:nvPicPr>
          <p:cNvPr id="2294" name="Google Shape;2294;g3a546d5887e_1_4"/>
          <p:cNvPicPr preferRelativeResize="0"/>
          <p:nvPr/>
        </p:nvPicPr>
        <p:blipFill>
          <a:blip r:embed="rId4">
            <a:alphaModFix/>
          </a:blip>
          <a:stretch>
            <a:fillRect/>
          </a:stretch>
        </p:blipFill>
        <p:spPr>
          <a:xfrm>
            <a:off x="164975" y="1272175"/>
            <a:ext cx="7020175" cy="6380125"/>
          </a:xfrm>
          <a:prstGeom prst="rect">
            <a:avLst/>
          </a:prstGeom>
          <a:noFill/>
          <a:ln cap="flat" cmpd="sng" w="28575">
            <a:solidFill>
              <a:schemeClr val="dk1"/>
            </a:solidFill>
            <a:prstDash val="solid"/>
            <a:round/>
            <a:headEnd len="sm" w="sm" type="none"/>
            <a:tailEnd len="sm" w="sm" type="none"/>
          </a:ln>
        </p:spPr>
      </p:pic>
      <p:pic>
        <p:nvPicPr>
          <p:cNvPr id="2295" name="Google Shape;2295;g3a546d5887e_1_4"/>
          <p:cNvPicPr preferRelativeResize="0"/>
          <p:nvPr/>
        </p:nvPicPr>
        <p:blipFill>
          <a:blip r:embed="rId5">
            <a:alphaModFix/>
          </a:blip>
          <a:stretch>
            <a:fillRect/>
          </a:stretch>
        </p:blipFill>
        <p:spPr>
          <a:xfrm>
            <a:off x="7337550" y="1272175"/>
            <a:ext cx="7153024" cy="6380126"/>
          </a:xfrm>
          <a:prstGeom prst="rect">
            <a:avLst/>
          </a:prstGeom>
          <a:noFill/>
          <a:ln cap="flat" cmpd="sng" w="28575">
            <a:solidFill>
              <a:schemeClr val="dk1"/>
            </a:solidFill>
            <a:prstDash val="solid"/>
            <a:round/>
            <a:headEnd len="sm" w="sm" type="none"/>
            <a:tailEnd len="sm" w="sm" type="none"/>
          </a:ln>
        </p:spPr>
      </p:pic>
      <p:sp>
        <p:nvSpPr>
          <p:cNvPr id="2296" name="Google Shape;2296;g3a546d5887e_1_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id="2302" name="Google Shape;2302;p8"/>
          <p:cNvSpPr/>
          <p:nvPr/>
        </p:nvSpPr>
        <p:spPr>
          <a:xfrm>
            <a:off x="633188" y="650790"/>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Nunito SemiBold"/>
              <a:buNone/>
            </a:pPr>
            <a:r>
              <a:rPr lang="en-US" sz="4400">
                <a:solidFill>
                  <a:schemeClr val="dk2"/>
                </a:solidFill>
                <a:latin typeface="Nunito SemiBold"/>
                <a:ea typeface="Nunito SemiBold"/>
                <a:cs typeface="Nunito SemiBold"/>
                <a:sym typeface="Nunito SemiBold"/>
              </a:rPr>
              <a:t>M</a:t>
            </a:r>
            <a:r>
              <a:rPr lang="en-US" sz="4400">
                <a:solidFill>
                  <a:schemeClr val="dk1"/>
                </a:solidFill>
                <a:latin typeface="Nunito SemiBold"/>
                <a:ea typeface="Nunito SemiBold"/>
                <a:cs typeface="Nunito SemiBold"/>
                <a:sym typeface="Nunito SemiBold"/>
              </a:rPr>
              <a:t>etodología</a:t>
            </a:r>
            <a:endParaRPr sz="4400">
              <a:solidFill>
                <a:schemeClr val="dk1"/>
              </a:solidFill>
              <a:latin typeface="Calibri"/>
              <a:ea typeface="Calibri"/>
              <a:cs typeface="Calibri"/>
              <a:sym typeface="Calibri"/>
            </a:endParaRPr>
          </a:p>
        </p:txBody>
      </p:sp>
      <p:sp>
        <p:nvSpPr>
          <p:cNvPr id="2303" name="Google Shape;2303;p8"/>
          <p:cNvSpPr/>
          <p:nvPr/>
        </p:nvSpPr>
        <p:spPr>
          <a:xfrm>
            <a:off x="560075" y="1623225"/>
            <a:ext cx="8964600" cy="416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Elegimos la metodología ágil </a:t>
            </a:r>
            <a:r>
              <a:rPr b="1" lang="en-US" sz="1600">
                <a:solidFill>
                  <a:schemeClr val="dk1"/>
                </a:solidFill>
              </a:rPr>
              <a:t>Scrum</a:t>
            </a:r>
            <a:r>
              <a:rPr lang="en-US" sz="1600">
                <a:solidFill>
                  <a:schemeClr val="dk1"/>
                </a:solidFill>
              </a:rPr>
              <a:t> por su flexibilidad y su buena adaptación a equipos pequeños. El proyecto se organizó en </a:t>
            </a:r>
            <a:r>
              <a:rPr b="1" lang="en-US" sz="1600">
                <a:solidFill>
                  <a:schemeClr val="dk1"/>
                </a:solidFill>
              </a:rPr>
              <a:t>7 sprints</a:t>
            </a:r>
            <a:r>
              <a:rPr lang="en-US" sz="1600">
                <a:solidFill>
                  <a:schemeClr val="dk1"/>
                </a:solidFill>
              </a:rPr>
              <a:t>, trabajando con ciclos cortos de planificación, desarrollo, revisión y retrospectiva.</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 </a:t>
            </a:r>
            <a:r>
              <a:rPr b="1" lang="en-US" sz="1600">
                <a:solidFill>
                  <a:schemeClr val="dk1"/>
                </a:solidFill>
              </a:rPr>
              <a:t>Gestión del proyecto con Jira:</a:t>
            </a:r>
            <a:r>
              <a:rPr lang="en-US" sz="1600">
                <a:solidFill>
                  <a:schemeClr val="dk1"/>
                </a:solidFill>
              </a:rPr>
              <a:t> utilizamos un tablero Kanban para visualizar el estado de cada tarea (</a:t>
            </a:r>
            <a:r>
              <a:rPr i="1" lang="en-US" sz="1600">
                <a:solidFill>
                  <a:schemeClr val="dk1"/>
                </a:solidFill>
              </a:rPr>
              <a:t>por hacer, en proceso, finalizadas</a:t>
            </a:r>
            <a:r>
              <a:rPr lang="en-US" sz="1600">
                <a:solidFill>
                  <a:schemeClr val="dk1"/>
                </a:solidFill>
              </a:rPr>
              <a:t>), organizar el Product Backlog y dar seguimiento a los compromisos de cada sprint.</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a:t>
            </a:r>
            <a:r>
              <a:rPr b="1" lang="en-US" sz="1600">
                <a:solidFill>
                  <a:schemeClr val="dk1"/>
                </a:solidFill>
              </a:rPr>
              <a:t>Reuniones mediante Google Meet:</a:t>
            </a:r>
            <a:r>
              <a:rPr lang="en-US" sz="1600">
                <a:solidFill>
                  <a:schemeClr val="dk1"/>
                </a:solidFill>
              </a:rPr>
              <a:t> realizamos sesiones periódicas de coordinación y revisión de avances, lo que permitió mantener comunicación constante y resolver bloqueos rápidamente.</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 </a:t>
            </a:r>
            <a:r>
              <a:rPr b="1" lang="en-US" sz="1600">
                <a:solidFill>
                  <a:schemeClr val="dk1"/>
                </a:solidFill>
              </a:rPr>
              <a:t>Trabajo colaborativo con GitHub:</a:t>
            </a:r>
            <a:r>
              <a:rPr lang="en-US" sz="1600">
                <a:solidFill>
                  <a:schemeClr val="dk1"/>
                </a:solidFill>
              </a:rPr>
              <a:t> gestionamos el control de versiones mediante ramas, commits y pull requests, asegurando orden y trazabilidad en el desarrollo del sistema.</a:t>
            </a:r>
            <a:br>
              <a:rPr lang="en-US" sz="1600">
                <a:solidFill>
                  <a:schemeClr val="dk1"/>
                </a:solidFill>
              </a:rPr>
            </a:br>
            <a:endParaRPr sz="2350">
              <a:solidFill>
                <a:schemeClr val="dk1"/>
              </a:solidFill>
              <a:latin typeface="PT Sans"/>
              <a:ea typeface="PT Sans"/>
              <a:cs typeface="PT Sans"/>
              <a:sym typeface="PT Sans"/>
            </a:endParaRPr>
          </a:p>
        </p:txBody>
      </p:sp>
      <p:sp>
        <p:nvSpPr>
          <p:cNvPr id="2304" name="Google Shape;2304;p8"/>
          <p:cNvSpPr/>
          <p:nvPr/>
        </p:nvSpPr>
        <p:spPr>
          <a:xfrm>
            <a:off x="11539925" y="3350225"/>
            <a:ext cx="2957400" cy="17202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Diego Valenzuela</a:t>
            </a:r>
            <a:endParaRPr b="1" sz="1600">
              <a:solidFill>
                <a:schemeClr val="dk1"/>
              </a:solidFill>
              <a:latin typeface="PT Sans"/>
              <a:ea typeface="PT Sans"/>
              <a:cs typeface="PT Sans"/>
              <a:sym typeface="PT Sans"/>
            </a:endParaRPr>
          </a:p>
          <a:p>
            <a:pPr indent="0" lvl="0" marL="0" rtl="0" algn="l">
              <a:lnSpc>
                <a:spcPct val="115000"/>
              </a:lnSpc>
              <a:spcBef>
                <a:spcPts val="1200"/>
              </a:spcBef>
              <a:spcAft>
                <a:spcPts val="0"/>
              </a:spcAft>
              <a:buClr>
                <a:schemeClr val="dk1"/>
              </a:buClr>
              <a:buSzPts val="1100"/>
              <a:buFont typeface="Arial"/>
              <a:buNone/>
            </a:pPr>
            <a:r>
              <a:rPr lang="en-US" sz="1750">
                <a:solidFill>
                  <a:schemeClr val="lt2"/>
                </a:solidFill>
                <a:latin typeface="PT Sans"/>
                <a:ea typeface="PT Sans"/>
                <a:cs typeface="PT Sans"/>
                <a:sym typeface="PT Sans"/>
              </a:rPr>
              <a:t>Scrum Master</a:t>
            </a:r>
            <a:endParaRPr sz="1750">
              <a:solidFill>
                <a:schemeClr val="lt2"/>
              </a:solidFill>
              <a:latin typeface="PT Sans"/>
              <a:ea typeface="PT Sans"/>
              <a:cs typeface="PT Sans"/>
              <a:sym typeface="PT Sans"/>
            </a:endParaRPr>
          </a:p>
          <a:p>
            <a:pPr indent="0" lvl="0" marL="0" rtl="0" algn="l">
              <a:lnSpc>
                <a:spcPct val="160000"/>
              </a:lnSpc>
              <a:spcBef>
                <a:spcPts val="1200"/>
              </a:spcBef>
              <a:spcAft>
                <a:spcPts val="0"/>
              </a:spcAft>
              <a:buClr>
                <a:schemeClr val="accent5"/>
              </a:buClr>
              <a:buSzPts val="1750"/>
              <a:buFont typeface="PT Sans"/>
              <a:buNone/>
            </a:pPr>
            <a:r>
              <a:rPr lang="en-US" sz="1750">
                <a:solidFill>
                  <a:schemeClr val="lt2"/>
                </a:solidFill>
                <a:latin typeface="PT Sans"/>
                <a:ea typeface="PT Sans"/>
                <a:cs typeface="PT Sans"/>
                <a:sym typeface="PT Sans"/>
              </a:rPr>
              <a:t>Solution Architect &amp; Security Specialist</a:t>
            </a:r>
            <a:endParaRPr sz="1600">
              <a:solidFill>
                <a:schemeClr val="lt2"/>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pic>
        <p:nvPicPr>
          <p:cNvPr id="2305" name="Google Shape;2305;p8" title="ChatGPT Image 17 nov 2025, 21_29_35.png"/>
          <p:cNvPicPr preferRelativeResize="0"/>
          <p:nvPr/>
        </p:nvPicPr>
        <p:blipFill>
          <a:blip r:embed="rId3">
            <a:alphaModFix/>
          </a:blip>
          <a:stretch>
            <a:fillRect/>
          </a:stretch>
        </p:blipFill>
        <p:spPr>
          <a:xfrm>
            <a:off x="9576900" y="1003075"/>
            <a:ext cx="1727452" cy="1727452"/>
          </a:xfrm>
          <a:prstGeom prst="rect">
            <a:avLst/>
          </a:prstGeom>
          <a:noFill/>
          <a:ln>
            <a:noFill/>
          </a:ln>
        </p:spPr>
      </p:pic>
      <p:pic>
        <p:nvPicPr>
          <p:cNvPr id="2306" name="Google Shape;2306;p8" title="ChatGPT Image 17 nov 2025, 21_47_01.png"/>
          <p:cNvPicPr preferRelativeResize="0"/>
          <p:nvPr/>
        </p:nvPicPr>
        <p:blipFill>
          <a:blip r:embed="rId4">
            <a:alphaModFix/>
          </a:blip>
          <a:stretch>
            <a:fillRect/>
          </a:stretch>
        </p:blipFill>
        <p:spPr>
          <a:xfrm>
            <a:off x="9634200" y="3350303"/>
            <a:ext cx="1727450" cy="1720048"/>
          </a:xfrm>
          <a:prstGeom prst="rect">
            <a:avLst/>
          </a:prstGeom>
          <a:noFill/>
          <a:ln>
            <a:noFill/>
          </a:ln>
        </p:spPr>
      </p:pic>
      <p:sp>
        <p:nvSpPr>
          <p:cNvPr id="2307" name="Google Shape;2307;p8"/>
          <p:cNvSpPr/>
          <p:nvPr/>
        </p:nvSpPr>
        <p:spPr>
          <a:xfrm>
            <a:off x="11471175" y="1098675"/>
            <a:ext cx="2957400" cy="11478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Iván Diaz</a:t>
            </a:r>
            <a:endParaRPr b="1" sz="1600">
              <a:solidFill>
                <a:schemeClr val="dk1"/>
              </a:solidFill>
              <a:latin typeface="PT Sans"/>
              <a:ea typeface="PT Sans"/>
              <a:cs typeface="PT Sans"/>
              <a:sym typeface="PT Sans"/>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latin typeface="PT Sans"/>
                <a:ea typeface="PT Sans"/>
                <a:cs typeface="PT Sans"/>
                <a:sym typeface="PT Sans"/>
              </a:rPr>
              <a:t>Product Owner</a:t>
            </a:r>
            <a:endParaRPr sz="1600">
              <a:solidFill>
                <a:schemeClr val="dk1"/>
              </a:solidFill>
              <a:latin typeface="PT Sans"/>
              <a:ea typeface="PT Sans"/>
              <a:cs typeface="PT Sans"/>
              <a:sym typeface="PT Sans"/>
            </a:endParaRPr>
          </a:p>
          <a:p>
            <a:pPr indent="0" lvl="0" marL="0" rtl="0" algn="l">
              <a:lnSpc>
                <a:spcPct val="160000"/>
              </a:lnSpc>
              <a:spcBef>
                <a:spcPts val="1200"/>
              </a:spcBef>
              <a:spcAft>
                <a:spcPts val="0"/>
              </a:spcAft>
              <a:buClr>
                <a:schemeClr val="accent5"/>
              </a:buClr>
              <a:buSzPts val="1750"/>
              <a:buFont typeface="PT Sans"/>
              <a:buNone/>
            </a:pPr>
            <a:r>
              <a:rPr lang="en-US" sz="1600">
                <a:solidFill>
                  <a:schemeClr val="dk1"/>
                </a:solidFill>
                <a:latin typeface="PT Sans"/>
                <a:ea typeface="PT Sans"/>
                <a:cs typeface="PT Sans"/>
                <a:sym typeface="PT Sans"/>
              </a:rPr>
              <a:t>Frontend Developer &amp; UI/UX Designer</a:t>
            </a:r>
            <a:endParaRPr sz="1600">
              <a:solidFill>
                <a:schemeClr val="dk1"/>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pic>
        <p:nvPicPr>
          <p:cNvPr id="2308" name="Google Shape;2308;p8" title="ChatGPT Image 17 nov 2025, 21_53_40.png"/>
          <p:cNvPicPr preferRelativeResize="0"/>
          <p:nvPr/>
        </p:nvPicPr>
        <p:blipFill>
          <a:blip r:embed="rId5">
            <a:alphaModFix/>
          </a:blip>
          <a:stretch>
            <a:fillRect/>
          </a:stretch>
        </p:blipFill>
        <p:spPr>
          <a:xfrm>
            <a:off x="9634200" y="5785750"/>
            <a:ext cx="1727450" cy="1718351"/>
          </a:xfrm>
          <a:prstGeom prst="rect">
            <a:avLst/>
          </a:prstGeom>
          <a:noFill/>
          <a:ln>
            <a:noFill/>
          </a:ln>
        </p:spPr>
      </p:pic>
      <p:sp>
        <p:nvSpPr>
          <p:cNvPr id="2309" name="Google Shape;2309;p8"/>
          <p:cNvSpPr/>
          <p:nvPr/>
        </p:nvSpPr>
        <p:spPr>
          <a:xfrm>
            <a:off x="11599600" y="5672625"/>
            <a:ext cx="2957400" cy="1720200"/>
          </a:xfrm>
          <a:prstGeom prst="rect">
            <a:avLst/>
          </a:prstGeom>
          <a:noFill/>
          <a:ln>
            <a:noFill/>
          </a:ln>
        </p:spPr>
        <p:txBody>
          <a:bodyPr anchorCtr="0" anchor="t" bIns="0" lIns="0" spcFirstLastPara="1" rIns="0" wrap="square" tIns="0">
            <a:noAutofit/>
          </a:bodyPr>
          <a:lstStyle/>
          <a:p>
            <a:pPr indent="0" lvl="0" marL="0" rtl="0" algn="l">
              <a:lnSpc>
                <a:spcPct val="124489"/>
              </a:lnSpc>
              <a:spcBef>
                <a:spcPts val="0"/>
              </a:spcBef>
              <a:spcAft>
                <a:spcPts val="0"/>
              </a:spcAft>
              <a:buClr>
                <a:schemeClr val="accent5"/>
              </a:buClr>
              <a:buSzPts val="2450"/>
              <a:buFont typeface="Nunito SemiBold"/>
              <a:buNone/>
            </a:pPr>
            <a:r>
              <a:rPr b="1" lang="en-US" sz="1600">
                <a:solidFill>
                  <a:schemeClr val="dk1"/>
                </a:solidFill>
                <a:latin typeface="Nunito"/>
                <a:ea typeface="Nunito"/>
                <a:cs typeface="Nunito"/>
                <a:sym typeface="Nunito"/>
              </a:rPr>
              <a:t>Alejandro Troncoso</a:t>
            </a:r>
            <a:endParaRPr b="1" sz="1600">
              <a:solidFill>
                <a:schemeClr val="dk1"/>
              </a:solidFill>
              <a:latin typeface="Nunito"/>
              <a:ea typeface="Nunito"/>
              <a:cs typeface="Nunito"/>
              <a:sym typeface="Nunito"/>
            </a:endParaRPr>
          </a:p>
          <a:p>
            <a:pPr indent="0" lvl="0" marL="0" rtl="0" algn="l">
              <a:lnSpc>
                <a:spcPct val="124489"/>
              </a:lnSpc>
              <a:spcBef>
                <a:spcPts val="0"/>
              </a:spcBef>
              <a:spcAft>
                <a:spcPts val="0"/>
              </a:spcAft>
              <a:buClr>
                <a:schemeClr val="accent5"/>
              </a:buClr>
              <a:buSzPts val="2450"/>
              <a:buFont typeface="Nunito SemiBold"/>
              <a:buNone/>
            </a:pPr>
            <a:r>
              <a:t/>
            </a:r>
            <a:endParaRPr b="1" sz="1600">
              <a:solidFill>
                <a:schemeClr val="dk1"/>
              </a:solidFill>
              <a:latin typeface="Nunito"/>
              <a:ea typeface="Nunito"/>
              <a:cs typeface="Nunito"/>
              <a:sym typeface="Nunito"/>
            </a:endParaRPr>
          </a:p>
          <a:p>
            <a:pPr indent="0" lvl="0" marL="0" rtl="0" algn="l">
              <a:lnSpc>
                <a:spcPct val="160000"/>
              </a:lnSpc>
              <a:spcBef>
                <a:spcPts val="0"/>
              </a:spcBef>
              <a:spcAft>
                <a:spcPts val="0"/>
              </a:spcAft>
              <a:buClr>
                <a:schemeClr val="accent5"/>
              </a:buClr>
              <a:buSzPts val="1750"/>
              <a:buFont typeface="PT Sans"/>
              <a:buNone/>
            </a:pPr>
            <a:r>
              <a:rPr lang="en-US" sz="1750">
                <a:solidFill>
                  <a:schemeClr val="lt2"/>
                </a:solidFill>
                <a:latin typeface="PT Sans"/>
                <a:ea typeface="PT Sans"/>
                <a:cs typeface="PT Sans"/>
                <a:sym typeface="PT Sans"/>
              </a:rPr>
              <a:t>Backend Developer &amp; AI Integration Lead</a:t>
            </a:r>
            <a:endParaRPr sz="1600">
              <a:solidFill>
                <a:schemeClr val="lt2"/>
              </a:solidFill>
              <a:latin typeface="PT Sans"/>
              <a:ea typeface="PT Sans"/>
              <a:cs typeface="PT Sans"/>
              <a:sym typeface="PT Sans"/>
            </a:endParaRPr>
          </a:p>
          <a:p>
            <a:pPr indent="0" lvl="0" marL="0" marR="0" rtl="0" algn="l">
              <a:lnSpc>
                <a:spcPct val="160000"/>
              </a:lnSpc>
              <a:spcBef>
                <a:spcPts val="0"/>
              </a:spcBef>
              <a:spcAft>
                <a:spcPts val="0"/>
              </a:spcAft>
              <a:buClr>
                <a:srgbClr val="FFFFFF"/>
              </a:buClr>
              <a:buSzPts val="1750"/>
              <a:buFont typeface="PT Sans"/>
              <a:buNone/>
            </a:pPr>
            <a:r>
              <a:t/>
            </a:r>
            <a:endParaRPr sz="1750">
              <a:solidFill>
                <a:schemeClr val="dk1"/>
              </a:solidFill>
              <a:latin typeface="Calibri"/>
              <a:ea typeface="Calibri"/>
              <a:cs typeface="Calibri"/>
              <a:sym typeface="Calibri"/>
            </a:endParaRPr>
          </a:p>
        </p:txBody>
      </p:sp>
      <p:sp>
        <p:nvSpPr>
          <p:cNvPr id="2310" name="Google Shape;2310;p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4" name="Shape 2314"/>
        <p:cNvGrpSpPr/>
        <p:nvPr/>
      </p:nvGrpSpPr>
      <p:grpSpPr>
        <a:xfrm>
          <a:off x="0" y="0"/>
          <a:ext cx="0" cy="0"/>
          <a:chOff x="0" y="0"/>
          <a:chExt cx="0" cy="0"/>
        </a:xfrm>
      </p:grpSpPr>
      <p:sp>
        <p:nvSpPr>
          <p:cNvPr id="2315" name="Google Shape;2315;g3a385751237_0_0"/>
          <p:cNvSpPr/>
          <p:nvPr/>
        </p:nvSpPr>
        <p:spPr>
          <a:xfrm>
            <a:off x="4651875" y="3094700"/>
            <a:ext cx="2670600" cy="1260900"/>
          </a:xfrm>
          <a:prstGeom prst="roundRect">
            <a:avLst>
              <a:gd fmla="val 17918"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6" name="Google Shape;2316;g3a385751237_0_0"/>
          <p:cNvSpPr/>
          <p:nvPr/>
        </p:nvSpPr>
        <p:spPr>
          <a:xfrm>
            <a:off x="1432725" y="4816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7" name="Google Shape;2317;g3a385751237_0_0"/>
          <p:cNvSpPr/>
          <p:nvPr/>
        </p:nvSpPr>
        <p:spPr>
          <a:xfrm>
            <a:off x="7871025" y="4816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8" name="Google Shape;2318;g3a385751237_0_0"/>
          <p:cNvSpPr/>
          <p:nvPr/>
        </p:nvSpPr>
        <p:spPr>
          <a:xfrm>
            <a:off x="10975475" y="3094700"/>
            <a:ext cx="2670600" cy="1260900"/>
          </a:xfrm>
          <a:prstGeom prst="roundRect">
            <a:avLst>
              <a:gd fmla="val 15162" name="adj"/>
            </a:avLst>
          </a:prstGeom>
          <a:solidFill>
            <a:schemeClr val="accent2"/>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9" name="Google Shape;2319;g3a385751237_0_0"/>
          <p:cNvSpPr/>
          <p:nvPr/>
        </p:nvSpPr>
        <p:spPr>
          <a:xfrm>
            <a:off x="1490075" y="3094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0" name="Google Shape;2320;g3a385751237_0_0"/>
          <p:cNvSpPr/>
          <p:nvPr/>
        </p:nvSpPr>
        <p:spPr>
          <a:xfrm>
            <a:off x="7813675" y="3094700"/>
            <a:ext cx="2670600" cy="1260900"/>
          </a:xfrm>
          <a:prstGeom prst="roundRect">
            <a:avLst>
              <a:gd fmla="val 17918"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1" name="Google Shape;2321;g3a385751237_0_0"/>
          <p:cNvSpPr/>
          <p:nvPr/>
        </p:nvSpPr>
        <p:spPr>
          <a:xfrm>
            <a:off x="4651875" y="4816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2" name="Google Shape;2322;g3a385751237_0_0"/>
          <p:cNvSpPr/>
          <p:nvPr/>
        </p:nvSpPr>
        <p:spPr>
          <a:xfrm>
            <a:off x="10975475" y="4816700"/>
            <a:ext cx="2670600" cy="12609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3" name="Google Shape;2323;g3a385751237_0_0"/>
          <p:cNvSpPr txBox="1"/>
          <p:nvPr/>
        </p:nvSpPr>
        <p:spPr>
          <a:xfrm>
            <a:off x="992450" y="674800"/>
            <a:ext cx="6602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200">
                <a:solidFill>
                  <a:schemeClr val="dk2"/>
                </a:solidFill>
              </a:rPr>
              <a:t>E</a:t>
            </a:r>
            <a:r>
              <a:rPr lang="en-US" sz="4200">
                <a:solidFill>
                  <a:schemeClr val="dk1"/>
                </a:solidFill>
              </a:rPr>
              <a:t>videncias</a:t>
            </a:r>
            <a:endParaRPr sz="4800">
              <a:solidFill>
                <a:schemeClr val="dk1"/>
              </a:solidFill>
            </a:endParaRPr>
          </a:p>
        </p:txBody>
      </p:sp>
      <p:sp>
        <p:nvSpPr>
          <p:cNvPr id="2324" name="Google Shape;2324;g3a385751237_0_0"/>
          <p:cNvSpPr txBox="1"/>
          <p:nvPr/>
        </p:nvSpPr>
        <p:spPr>
          <a:xfrm>
            <a:off x="1845375" y="3509600"/>
            <a:ext cx="1845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rPr>
              <a:t>Modelo de Datos</a:t>
            </a:r>
            <a:endParaRPr b="1" sz="1600">
              <a:solidFill>
                <a:schemeClr val="dk1"/>
              </a:solidFill>
            </a:endParaRPr>
          </a:p>
        </p:txBody>
      </p:sp>
      <p:sp>
        <p:nvSpPr>
          <p:cNvPr id="2325" name="Google Shape;2325;g3a385751237_0_0"/>
          <p:cNvSpPr txBox="1"/>
          <p:nvPr/>
        </p:nvSpPr>
        <p:spPr>
          <a:xfrm>
            <a:off x="5226375" y="3509600"/>
            <a:ext cx="1521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rPr>
              <a:t>Presupuesto</a:t>
            </a:r>
            <a:endParaRPr b="1" sz="1600">
              <a:solidFill>
                <a:schemeClr val="dk1"/>
              </a:solidFill>
            </a:endParaRPr>
          </a:p>
        </p:txBody>
      </p:sp>
      <p:sp>
        <p:nvSpPr>
          <p:cNvPr id="2326" name="Google Shape;2326;g3a385751237_0_0"/>
          <p:cNvSpPr txBox="1"/>
          <p:nvPr/>
        </p:nvSpPr>
        <p:spPr>
          <a:xfrm>
            <a:off x="8283675" y="3386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Epicas</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
        <p:nvSpPr>
          <p:cNvPr id="2327" name="Google Shape;2327;g3a385751237_0_0"/>
          <p:cNvSpPr txBox="1"/>
          <p:nvPr/>
        </p:nvSpPr>
        <p:spPr>
          <a:xfrm>
            <a:off x="2007225" y="5231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Arquitectura</a:t>
            </a:r>
            <a:endParaRPr b="1" sz="1600">
              <a:solidFill>
                <a:schemeClr val="dk1"/>
              </a:solidFill>
            </a:endParaRPr>
          </a:p>
        </p:txBody>
      </p:sp>
      <p:sp>
        <p:nvSpPr>
          <p:cNvPr id="2328" name="Google Shape;2328;g3a385751237_0_0"/>
          <p:cNvSpPr txBox="1"/>
          <p:nvPr/>
        </p:nvSpPr>
        <p:spPr>
          <a:xfrm>
            <a:off x="5174125" y="5231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Sprint</a:t>
            </a:r>
            <a:endParaRPr b="1" sz="1600">
              <a:solidFill>
                <a:schemeClr val="dk1"/>
              </a:solidFill>
            </a:endParaRPr>
          </a:p>
        </p:txBody>
      </p:sp>
      <p:sp>
        <p:nvSpPr>
          <p:cNvPr id="2329" name="Google Shape;2329;g3a385751237_0_0"/>
          <p:cNvSpPr txBox="1"/>
          <p:nvPr/>
        </p:nvSpPr>
        <p:spPr>
          <a:xfrm>
            <a:off x="11549975" y="3509600"/>
            <a:ext cx="1521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RF RNF</a:t>
            </a:r>
            <a:endParaRPr b="1" sz="1600">
              <a:solidFill>
                <a:schemeClr val="dk1"/>
              </a:solidFill>
            </a:endParaRPr>
          </a:p>
        </p:txBody>
      </p:sp>
      <p:sp>
        <p:nvSpPr>
          <p:cNvPr id="2330" name="Google Shape;2330;g3a385751237_0_0"/>
          <p:cNvSpPr txBox="1"/>
          <p:nvPr/>
        </p:nvSpPr>
        <p:spPr>
          <a:xfrm>
            <a:off x="8445525" y="5108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 Historias de Usuario</a:t>
            </a:r>
            <a:endParaRPr b="1" sz="1600">
              <a:solidFill>
                <a:schemeClr val="dk1"/>
              </a:solidFill>
            </a:endParaRPr>
          </a:p>
        </p:txBody>
      </p:sp>
      <p:sp>
        <p:nvSpPr>
          <p:cNvPr id="2331" name="Google Shape;2331;g3a385751237_0_0"/>
          <p:cNvSpPr txBox="1"/>
          <p:nvPr/>
        </p:nvSpPr>
        <p:spPr>
          <a:xfrm>
            <a:off x="11549975" y="5108600"/>
            <a:ext cx="1521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600">
                <a:solidFill>
                  <a:schemeClr val="dk1"/>
                </a:solidFill>
              </a:rPr>
              <a:t>Product Backlog</a:t>
            </a:r>
            <a:endParaRPr b="1" sz="1600">
              <a:solidFill>
                <a:schemeClr val="dk1"/>
              </a:solidFill>
            </a:endParaRPr>
          </a:p>
        </p:txBody>
      </p:sp>
      <p:sp>
        <p:nvSpPr>
          <p:cNvPr id="2332" name="Google Shape;2332;g3a385751237_0_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6" name="Shape 2336"/>
        <p:cNvGrpSpPr/>
        <p:nvPr/>
      </p:nvGrpSpPr>
      <p:grpSpPr>
        <a:xfrm>
          <a:off x="0" y="0"/>
          <a:ext cx="0" cy="0"/>
          <a:chOff x="0" y="0"/>
          <a:chExt cx="0" cy="0"/>
        </a:xfrm>
      </p:grpSpPr>
      <p:sp>
        <p:nvSpPr>
          <p:cNvPr id="2337" name="Google Shape;2337;g3a65ab27f5e_0_3"/>
          <p:cNvSpPr txBox="1"/>
          <p:nvPr>
            <p:ph type="title"/>
          </p:nvPr>
        </p:nvSpPr>
        <p:spPr>
          <a:xfrm>
            <a:off x="4245725" y="567200"/>
            <a:ext cx="64701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t>Product Backlog</a:t>
            </a:r>
            <a:endParaRPr/>
          </a:p>
        </p:txBody>
      </p:sp>
      <p:sp>
        <p:nvSpPr>
          <p:cNvPr id="2338" name="Google Shape;2338;g3a65ab27f5e_0_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339" name="Google Shape;2339;g3a65ab27f5e_0_3"/>
          <p:cNvPicPr preferRelativeResize="0"/>
          <p:nvPr/>
        </p:nvPicPr>
        <p:blipFill>
          <a:blip r:embed="rId3">
            <a:alphaModFix/>
          </a:blip>
          <a:stretch>
            <a:fillRect/>
          </a:stretch>
        </p:blipFill>
        <p:spPr>
          <a:xfrm>
            <a:off x="2499925" y="2924850"/>
            <a:ext cx="9630550" cy="40260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4" name="Shape 2344"/>
        <p:cNvGrpSpPr/>
        <p:nvPr/>
      </p:nvGrpSpPr>
      <p:grpSpPr>
        <a:xfrm>
          <a:off x="0" y="0"/>
          <a:ext cx="0" cy="0"/>
          <a:chOff x="0" y="0"/>
          <a:chExt cx="0" cy="0"/>
        </a:xfrm>
      </p:grpSpPr>
      <p:sp>
        <p:nvSpPr>
          <p:cNvPr id="2345" name="Google Shape;2345;p14"/>
          <p:cNvSpPr/>
          <p:nvPr/>
        </p:nvSpPr>
        <p:spPr>
          <a:xfrm>
            <a:off x="96875" y="350325"/>
            <a:ext cx="14533500" cy="707700"/>
          </a:xfrm>
          <a:prstGeom prst="rect">
            <a:avLst/>
          </a:prstGeom>
          <a:noFill/>
          <a:ln>
            <a:noFill/>
          </a:ln>
        </p:spPr>
        <p:txBody>
          <a:bodyPr anchorCtr="0" anchor="t" bIns="0" lIns="0" spcFirstLastPara="1" rIns="0" wrap="square" tIns="0">
            <a:noAutofit/>
          </a:bodyPr>
          <a:lstStyle/>
          <a:p>
            <a:pPr indent="0" lvl="0" marL="0" marR="0" rtl="0" algn="ctr">
              <a:lnSpc>
                <a:spcPct val="124719"/>
              </a:lnSpc>
              <a:spcBef>
                <a:spcPts val="0"/>
              </a:spcBef>
              <a:spcAft>
                <a:spcPts val="0"/>
              </a:spcAft>
              <a:buClr>
                <a:srgbClr val="FFFFFF"/>
              </a:buClr>
              <a:buSzPts val="4450"/>
              <a:buFont typeface="Nunito SemiBold"/>
              <a:buNone/>
            </a:pPr>
            <a:r>
              <a:rPr lang="en-US" sz="4450">
                <a:solidFill>
                  <a:schemeClr val="dk2"/>
                </a:solidFill>
                <a:latin typeface="Nunito SemiBold"/>
                <a:ea typeface="Nunito SemiBold"/>
                <a:cs typeface="Nunito SemiBold"/>
                <a:sym typeface="Nunito SemiBold"/>
              </a:rPr>
              <a:t>C</a:t>
            </a:r>
            <a:r>
              <a:rPr lang="en-US" sz="4450">
                <a:solidFill>
                  <a:schemeClr val="dk1"/>
                </a:solidFill>
                <a:latin typeface="Nunito SemiBold"/>
                <a:ea typeface="Nunito SemiBold"/>
                <a:cs typeface="Nunito SemiBold"/>
                <a:sym typeface="Nunito SemiBold"/>
              </a:rPr>
              <a:t>arta Gantt</a:t>
            </a:r>
            <a:endParaRPr sz="4450">
              <a:solidFill>
                <a:schemeClr val="dk1"/>
              </a:solidFill>
              <a:latin typeface="Calibri"/>
              <a:ea typeface="Calibri"/>
              <a:cs typeface="Calibri"/>
              <a:sym typeface="Calibri"/>
            </a:endParaRPr>
          </a:p>
        </p:txBody>
      </p:sp>
      <p:pic>
        <p:nvPicPr>
          <p:cNvPr id="2346" name="Google Shape;2346;p14"/>
          <p:cNvPicPr preferRelativeResize="0"/>
          <p:nvPr/>
        </p:nvPicPr>
        <p:blipFill>
          <a:blip r:embed="rId3">
            <a:alphaModFix/>
          </a:blip>
          <a:stretch>
            <a:fillRect/>
          </a:stretch>
        </p:blipFill>
        <p:spPr>
          <a:xfrm>
            <a:off x="1555700" y="1339692"/>
            <a:ext cx="11106150" cy="6419850"/>
          </a:xfrm>
          <a:prstGeom prst="rect">
            <a:avLst/>
          </a:prstGeom>
          <a:noFill/>
          <a:ln cap="flat" cmpd="sng" w="28575">
            <a:solidFill>
              <a:schemeClr val="dk1"/>
            </a:solidFill>
            <a:prstDash val="solid"/>
            <a:round/>
            <a:headEnd len="sm" w="sm" type="none"/>
            <a:tailEnd len="sm" w="sm" type="none"/>
          </a:ln>
        </p:spPr>
      </p:pic>
      <p:sp>
        <p:nvSpPr>
          <p:cNvPr id="2347" name="Google Shape;2347;p1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pic>
        <p:nvPicPr>
          <p:cNvPr id="2352" name="Google Shape;2352;g3a385751237_1_1"/>
          <p:cNvPicPr preferRelativeResize="0"/>
          <p:nvPr/>
        </p:nvPicPr>
        <p:blipFill>
          <a:blip r:embed="rId3">
            <a:alphaModFix/>
          </a:blip>
          <a:stretch>
            <a:fillRect/>
          </a:stretch>
        </p:blipFill>
        <p:spPr>
          <a:xfrm>
            <a:off x="3460250" y="1339119"/>
            <a:ext cx="7344649" cy="3000375"/>
          </a:xfrm>
          <a:prstGeom prst="rect">
            <a:avLst/>
          </a:prstGeom>
          <a:noFill/>
          <a:ln cap="flat" cmpd="sng" w="28575">
            <a:solidFill>
              <a:schemeClr val="dk1"/>
            </a:solidFill>
            <a:prstDash val="solid"/>
            <a:round/>
            <a:headEnd len="sm" w="sm" type="none"/>
            <a:tailEnd len="sm" w="sm" type="none"/>
          </a:ln>
        </p:spPr>
      </p:pic>
      <p:sp>
        <p:nvSpPr>
          <p:cNvPr id="2353" name="Google Shape;2353;g3a385751237_1_1"/>
          <p:cNvSpPr txBox="1"/>
          <p:nvPr>
            <p:ph type="title"/>
          </p:nvPr>
        </p:nvSpPr>
        <p:spPr>
          <a:xfrm>
            <a:off x="1152000" y="257727"/>
            <a:ext cx="12326400" cy="916200"/>
          </a:xfrm>
          <a:prstGeom prst="rect">
            <a:avLst/>
          </a:prstGeom>
        </p:spPr>
        <p:txBody>
          <a:bodyPr anchorCtr="0" anchor="t" bIns="146275" lIns="146275" spcFirstLastPara="1" rIns="146275" wrap="square" tIns="146275">
            <a:noAutofit/>
          </a:bodyPr>
          <a:lstStyle/>
          <a:p>
            <a:pPr indent="0" lvl="0" marL="0" rtl="0" algn="ctr">
              <a:spcBef>
                <a:spcPts val="0"/>
              </a:spcBef>
              <a:spcAft>
                <a:spcPts val="0"/>
              </a:spcAft>
              <a:buNone/>
            </a:pPr>
            <a:r>
              <a:rPr lang="en-US">
                <a:solidFill>
                  <a:schemeClr val="dk2"/>
                </a:solidFill>
              </a:rPr>
              <a:t>P</a:t>
            </a:r>
            <a:r>
              <a:rPr lang="en-US"/>
              <a:t>resupuesto</a:t>
            </a:r>
            <a:endParaRPr/>
          </a:p>
        </p:txBody>
      </p:sp>
      <p:pic>
        <p:nvPicPr>
          <p:cNvPr id="2354" name="Google Shape;2354;g3a385751237_1_1"/>
          <p:cNvPicPr preferRelativeResize="0"/>
          <p:nvPr/>
        </p:nvPicPr>
        <p:blipFill>
          <a:blip r:embed="rId4">
            <a:alphaModFix/>
          </a:blip>
          <a:stretch>
            <a:fillRect/>
          </a:stretch>
        </p:blipFill>
        <p:spPr>
          <a:xfrm>
            <a:off x="3777150" y="4504682"/>
            <a:ext cx="6336150" cy="3292175"/>
          </a:xfrm>
          <a:prstGeom prst="rect">
            <a:avLst/>
          </a:prstGeom>
          <a:noFill/>
          <a:ln cap="flat" cmpd="sng" w="28575">
            <a:solidFill>
              <a:schemeClr val="dk1"/>
            </a:solidFill>
            <a:prstDash val="solid"/>
            <a:round/>
            <a:headEnd len="sm" w="sm" type="none"/>
            <a:tailEnd len="sm" w="sm" type="none"/>
          </a:ln>
        </p:spPr>
      </p:pic>
      <p:sp>
        <p:nvSpPr>
          <p:cNvPr id="2355" name="Google Shape;2355;g3a385751237_1_1"/>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356" name="Google Shape;2356;g3a385751237_1_1"/>
          <p:cNvSpPr/>
          <p:nvPr/>
        </p:nvSpPr>
        <p:spPr>
          <a:xfrm>
            <a:off x="1384075" y="6167725"/>
            <a:ext cx="2076300" cy="793800"/>
          </a:xfrm>
          <a:prstGeom prst="roundRect">
            <a:avLst>
              <a:gd fmla="val 15162" name="adj"/>
            </a:avLst>
          </a:prstGeom>
          <a:solidFill>
            <a:schemeClr val="accent4"/>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7" name="Google Shape;2357;g3a385751237_1_1"/>
          <p:cNvSpPr txBox="1"/>
          <p:nvPr/>
        </p:nvSpPr>
        <p:spPr>
          <a:xfrm>
            <a:off x="1492050" y="6179875"/>
            <a:ext cx="1824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DM Sans"/>
                <a:ea typeface="DM Sans"/>
                <a:cs typeface="DM Sans"/>
                <a:sym typeface="DM Sans"/>
              </a:rPr>
              <a:t>Total Proyecto: </a:t>
            </a:r>
            <a:br>
              <a:rPr lang="en-US" sz="1900">
                <a:solidFill>
                  <a:schemeClr val="dk1"/>
                </a:solidFill>
                <a:latin typeface="DM Sans"/>
                <a:ea typeface="DM Sans"/>
                <a:cs typeface="DM Sans"/>
                <a:sym typeface="DM Sans"/>
              </a:rPr>
            </a:br>
            <a:r>
              <a:rPr lang="en-US" sz="1900">
                <a:solidFill>
                  <a:schemeClr val="dk1"/>
                </a:solidFill>
                <a:latin typeface="DM Sans"/>
                <a:ea typeface="DM Sans"/>
                <a:cs typeface="DM Sans"/>
                <a:sym typeface="DM Sans"/>
              </a:rPr>
              <a:t>$ </a:t>
            </a:r>
            <a:r>
              <a:rPr b="1" lang="en-US" sz="1900">
                <a:solidFill>
                  <a:schemeClr val="dk1"/>
                </a:solidFill>
                <a:latin typeface="DM Sans"/>
                <a:ea typeface="DM Sans"/>
                <a:cs typeface="DM Sans"/>
                <a:sym typeface="DM Sans"/>
              </a:rPr>
              <a:t>36.611.500</a:t>
            </a:r>
            <a:endParaRPr b="1" sz="19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1" name="Shape 2361"/>
        <p:cNvGrpSpPr/>
        <p:nvPr/>
      </p:nvGrpSpPr>
      <p:grpSpPr>
        <a:xfrm>
          <a:off x="0" y="0"/>
          <a:ext cx="0" cy="0"/>
          <a:chOff x="0" y="0"/>
          <a:chExt cx="0" cy="0"/>
        </a:xfrm>
      </p:grpSpPr>
      <p:sp>
        <p:nvSpPr>
          <p:cNvPr id="2362" name="Google Shape;2362;g3a385751237_0_54"/>
          <p:cNvSpPr/>
          <p:nvPr/>
        </p:nvSpPr>
        <p:spPr>
          <a:xfrm>
            <a:off x="644825" y="6178651"/>
            <a:ext cx="9006000" cy="1089000"/>
          </a:xfrm>
          <a:prstGeom prst="roundRect">
            <a:avLst>
              <a:gd fmla="val 17784"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3" name="Google Shape;2363;g3a385751237_0_54"/>
          <p:cNvSpPr/>
          <p:nvPr/>
        </p:nvSpPr>
        <p:spPr>
          <a:xfrm>
            <a:off x="644825" y="4797825"/>
            <a:ext cx="9006000" cy="1089000"/>
          </a:xfrm>
          <a:prstGeom prst="roundRect">
            <a:avLst>
              <a:gd fmla="val 17784"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4" name="Google Shape;2364;g3a385751237_0_54"/>
          <p:cNvSpPr/>
          <p:nvPr/>
        </p:nvSpPr>
        <p:spPr>
          <a:xfrm>
            <a:off x="644825" y="3394050"/>
            <a:ext cx="9006000" cy="1089000"/>
          </a:xfrm>
          <a:prstGeom prst="roundRect">
            <a:avLst>
              <a:gd fmla="val 17784" name="adj"/>
            </a:avLst>
          </a:prstGeom>
          <a:solidFill>
            <a:schemeClr val="accent3"/>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5" name="Google Shape;2365;g3a385751237_0_54"/>
          <p:cNvSpPr/>
          <p:nvPr/>
        </p:nvSpPr>
        <p:spPr>
          <a:xfrm>
            <a:off x="3428849" y="303918"/>
            <a:ext cx="7772700" cy="971700"/>
          </a:xfrm>
          <a:prstGeom prst="rect">
            <a:avLst/>
          </a:prstGeom>
          <a:noFill/>
          <a:ln>
            <a:noFill/>
          </a:ln>
        </p:spPr>
        <p:txBody>
          <a:bodyPr anchorCtr="0" anchor="t" bIns="0" lIns="0" spcFirstLastPara="1" rIns="0" wrap="square" tIns="0">
            <a:noAutofit/>
          </a:bodyPr>
          <a:lstStyle/>
          <a:p>
            <a:pPr indent="0" lvl="0" marL="0" marR="0" rtl="0" algn="l">
              <a:lnSpc>
                <a:spcPct val="125409"/>
              </a:lnSpc>
              <a:spcBef>
                <a:spcPts val="0"/>
              </a:spcBef>
              <a:spcAft>
                <a:spcPts val="0"/>
              </a:spcAft>
              <a:buClr>
                <a:srgbClr val="FFFFFF"/>
              </a:buClr>
              <a:buSzPts val="6100"/>
              <a:buFont typeface="Nunito SemiBold"/>
              <a:buNone/>
            </a:pPr>
            <a:r>
              <a:rPr b="1" lang="en-US" sz="6100">
                <a:solidFill>
                  <a:schemeClr val="dk2"/>
                </a:solidFill>
                <a:latin typeface="Nunito SemiBold"/>
                <a:ea typeface="Nunito SemiBold"/>
                <a:cs typeface="Nunito SemiBold"/>
                <a:sym typeface="Nunito SemiBold"/>
              </a:rPr>
              <a:t>É</a:t>
            </a:r>
            <a:r>
              <a:rPr b="1" lang="en-US" sz="6100">
                <a:solidFill>
                  <a:schemeClr val="dk1"/>
                </a:solidFill>
                <a:latin typeface="Nunito SemiBold"/>
                <a:ea typeface="Nunito SemiBold"/>
                <a:cs typeface="Nunito SemiBold"/>
                <a:sym typeface="Nunito SemiBold"/>
              </a:rPr>
              <a:t>picas</a:t>
            </a:r>
            <a:endParaRPr b="0" i="0" sz="6100" u="none" cap="none" strike="noStrike">
              <a:solidFill>
                <a:schemeClr val="dk1"/>
              </a:solidFill>
            </a:endParaRPr>
          </a:p>
        </p:txBody>
      </p:sp>
      <p:sp>
        <p:nvSpPr>
          <p:cNvPr id="2366" name="Google Shape;2366;g3a385751237_0_54"/>
          <p:cNvSpPr/>
          <p:nvPr/>
        </p:nvSpPr>
        <p:spPr>
          <a:xfrm>
            <a:off x="644825" y="1972150"/>
            <a:ext cx="9006000" cy="1089000"/>
          </a:xfrm>
          <a:prstGeom prst="roundRect">
            <a:avLst>
              <a:gd fmla="val 17784" name="adj"/>
            </a:avLst>
          </a:prstGeom>
          <a:solidFill>
            <a:schemeClr val="accent4"/>
          </a:solidFill>
          <a:ln cap="flat" cmpd="sng" w="1905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7" name="Google Shape;2367;g3a385751237_0_54"/>
          <p:cNvSpPr txBox="1"/>
          <p:nvPr/>
        </p:nvSpPr>
        <p:spPr>
          <a:xfrm>
            <a:off x="1169125" y="2131900"/>
            <a:ext cx="7530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900">
                <a:solidFill>
                  <a:schemeClr val="dk1"/>
                </a:solidFill>
              </a:rPr>
              <a:t>Centralizar Información</a:t>
            </a:r>
            <a:endParaRPr b="1" sz="1900">
              <a:solidFill>
                <a:schemeClr val="dk1"/>
              </a:solidFill>
            </a:endParaRPr>
          </a:p>
          <a:p>
            <a:pPr indent="0" lvl="0" marL="0" rtl="0" algn="l">
              <a:spcBef>
                <a:spcPts val="0"/>
              </a:spcBef>
              <a:spcAft>
                <a:spcPts val="0"/>
              </a:spcAft>
              <a:buNone/>
            </a:pPr>
            <a:r>
              <a:rPr lang="en-US" sz="1900">
                <a:solidFill>
                  <a:schemeClr val="dk1"/>
                </a:solidFill>
              </a:rPr>
              <a:t>Unificar la diversidad de eventos en una única plataforma accesible.</a:t>
            </a:r>
            <a:endParaRPr sz="1900">
              <a:solidFill>
                <a:schemeClr val="dk1"/>
              </a:solidFill>
            </a:endParaRPr>
          </a:p>
        </p:txBody>
      </p:sp>
      <p:sp>
        <p:nvSpPr>
          <p:cNvPr id="2368" name="Google Shape;2368;g3a385751237_0_54"/>
          <p:cNvSpPr txBox="1"/>
          <p:nvPr/>
        </p:nvSpPr>
        <p:spPr>
          <a:xfrm>
            <a:off x="1169125" y="3499250"/>
            <a:ext cx="75303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Personalizar Experiencias</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Ofrecer a cada usuario recomendaciones adaptadas a sus gustos.</a:t>
            </a:r>
            <a:endParaRPr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69" name="Google Shape;2369;g3a385751237_0_54"/>
          <p:cNvSpPr txBox="1"/>
          <p:nvPr/>
        </p:nvSpPr>
        <p:spPr>
          <a:xfrm>
            <a:off x="1169125" y="4866584"/>
            <a:ext cx="82491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Impulsar Organizadores</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Dar visibilidad y herramientas para una mejor difusión de sus eventos.</a:t>
            </a:r>
            <a:endParaRPr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70" name="Google Shape;2370;g3a385751237_0_54"/>
          <p:cNvSpPr txBox="1"/>
          <p:nvPr/>
        </p:nvSpPr>
        <p:spPr>
          <a:xfrm>
            <a:off x="1169125" y="6233954"/>
            <a:ext cx="92268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900">
                <a:solidFill>
                  <a:schemeClr val="dk1"/>
                </a:solidFill>
              </a:rPr>
              <a:t>Optimizar con IA</a:t>
            </a:r>
            <a:endParaRPr b="1" sz="1900">
              <a:solidFill>
                <a:schemeClr val="dk1"/>
              </a:solidFill>
            </a:endParaRPr>
          </a:p>
          <a:p>
            <a:pPr indent="0" lvl="0" marL="0" rtl="0" algn="l">
              <a:spcBef>
                <a:spcPts val="0"/>
              </a:spcBef>
              <a:spcAft>
                <a:spcPts val="0"/>
              </a:spcAft>
              <a:buClr>
                <a:schemeClr val="dk1"/>
              </a:buClr>
              <a:buSzPts val="1100"/>
              <a:buFont typeface="Arial"/>
              <a:buNone/>
            </a:pPr>
            <a:r>
              <a:rPr lang="en-US" sz="1900">
                <a:solidFill>
                  <a:schemeClr val="dk1"/>
                </a:solidFill>
              </a:rPr>
              <a:t>Mejorar la clasificación y recomendación de eventos con inteligencia artificial.</a:t>
            </a:r>
            <a:endParaRPr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a:p>
            <a:pPr indent="0" lvl="0" marL="0" rtl="0" algn="l">
              <a:spcBef>
                <a:spcPts val="0"/>
              </a:spcBef>
              <a:spcAft>
                <a:spcPts val="0"/>
              </a:spcAft>
              <a:buNone/>
            </a:pPr>
            <a:r>
              <a:t/>
            </a:r>
            <a:endParaRPr b="1" sz="1900">
              <a:solidFill>
                <a:schemeClr val="dk1"/>
              </a:solidFill>
            </a:endParaRPr>
          </a:p>
        </p:txBody>
      </p:sp>
      <p:sp>
        <p:nvSpPr>
          <p:cNvPr id="2371" name="Google Shape;2371;g3a385751237_0_54"/>
          <p:cNvSpPr txBox="1"/>
          <p:nvPr/>
        </p:nvSpPr>
        <p:spPr>
          <a:xfrm>
            <a:off x="756625" y="2224150"/>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1</a:t>
            </a:r>
            <a:endParaRPr sz="3200">
              <a:solidFill>
                <a:schemeClr val="dk1"/>
              </a:solidFill>
            </a:endParaRPr>
          </a:p>
        </p:txBody>
      </p:sp>
      <p:sp>
        <p:nvSpPr>
          <p:cNvPr id="2372" name="Google Shape;2372;g3a385751237_0_54"/>
          <p:cNvSpPr txBox="1"/>
          <p:nvPr/>
        </p:nvSpPr>
        <p:spPr>
          <a:xfrm>
            <a:off x="756625" y="363698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2</a:t>
            </a:r>
            <a:endParaRPr sz="3200">
              <a:solidFill>
                <a:schemeClr val="dk1"/>
              </a:solidFill>
            </a:endParaRPr>
          </a:p>
        </p:txBody>
      </p:sp>
      <p:sp>
        <p:nvSpPr>
          <p:cNvPr id="2373" name="Google Shape;2373;g3a385751237_0_54"/>
          <p:cNvSpPr txBox="1"/>
          <p:nvPr/>
        </p:nvSpPr>
        <p:spPr>
          <a:xfrm>
            <a:off x="756625" y="507743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3</a:t>
            </a:r>
            <a:endParaRPr sz="3200">
              <a:solidFill>
                <a:schemeClr val="dk1"/>
              </a:solidFill>
            </a:endParaRPr>
          </a:p>
        </p:txBody>
      </p:sp>
      <p:sp>
        <p:nvSpPr>
          <p:cNvPr id="2374" name="Google Shape;2374;g3a385751237_0_54"/>
          <p:cNvSpPr txBox="1"/>
          <p:nvPr/>
        </p:nvSpPr>
        <p:spPr>
          <a:xfrm>
            <a:off x="756625" y="6430638"/>
            <a:ext cx="412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rPr>
              <a:t>4</a:t>
            </a:r>
            <a:endParaRPr sz="3200">
              <a:solidFill>
                <a:schemeClr val="dk1"/>
              </a:solidFill>
            </a:endParaRPr>
          </a:p>
        </p:txBody>
      </p:sp>
      <p:sp>
        <p:nvSpPr>
          <p:cNvPr id="2375" name="Google Shape;2375;g3a385751237_0_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0" name="Shape 2380"/>
        <p:cNvGrpSpPr/>
        <p:nvPr/>
      </p:nvGrpSpPr>
      <p:grpSpPr>
        <a:xfrm>
          <a:off x="0" y="0"/>
          <a:ext cx="0" cy="0"/>
          <a:chOff x="0" y="0"/>
          <a:chExt cx="0" cy="0"/>
        </a:xfrm>
      </p:grpSpPr>
      <p:sp>
        <p:nvSpPr>
          <p:cNvPr id="2381" name="Google Shape;2381;g3a3505be5ed_1_354"/>
          <p:cNvSpPr/>
          <p:nvPr/>
        </p:nvSpPr>
        <p:spPr>
          <a:xfrm>
            <a:off x="3428849" y="238868"/>
            <a:ext cx="7772700" cy="971700"/>
          </a:xfrm>
          <a:prstGeom prst="rect">
            <a:avLst/>
          </a:prstGeom>
          <a:noFill/>
          <a:ln>
            <a:noFill/>
          </a:ln>
        </p:spPr>
        <p:txBody>
          <a:bodyPr anchorCtr="0" anchor="t" bIns="0" lIns="0" spcFirstLastPara="1" rIns="0" wrap="square" tIns="0">
            <a:noAutofit/>
          </a:bodyPr>
          <a:lstStyle/>
          <a:p>
            <a:pPr indent="0" lvl="0" marL="0" marR="0" rtl="0" algn="l">
              <a:lnSpc>
                <a:spcPct val="125409"/>
              </a:lnSpc>
              <a:spcBef>
                <a:spcPts val="0"/>
              </a:spcBef>
              <a:spcAft>
                <a:spcPts val="0"/>
              </a:spcAft>
              <a:buClr>
                <a:srgbClr val="FFFFFF"/>
              </a:buClr>
              <a:buSzPts val="6100"/>
              <a:buFont typeface="Nunito SemiBold"/>
              <a:buNone/>
            </a:pPr>
            <a:r>
              <a:rPr b="1" i="0" lang="en-US" sz="6100" u="none" cap="none" strike="noStrike">
                <a:solidFill>
                  <a:schemeClr val="dk2"/>
                </a:solidFill>
                <a:latin typeface="Nunito SemiBold"/>
                <a:ea typeface="Nunito SemiBold"/>
                <a:cs typeface="Nunito SemiBold"/>
                <a:sym typeface="Nunito SemiBold"/>
              </a:rPr>
              <a:t>H</a:t>
            </a:r>
            <a:r>
              <a:rPr b="1" i="0" lang="en-US" sz="6100" u="none" cap="none" strike="noStrike">
                <a:solidFill>
                  <a:schemeClr val="dk1"/>
                </a:solidFill>
                <a:latin typeface="Nunito SemiBold"/>
                <a:ea typeface="Nunito SemiBold"/>
                <a:cs typeface="Nunito SemiBold"/>
                <a:sym typeface="Nunito SemiBold"/>
              </a:rPr>
              <a:t>istorias de Usuario</a:t>
            </a:r>
            <a:endParaRPr b="0" i="0" sz="6100" u="none" cap="none" strike="noStrike">
              <a:solidFill>
                <a:schemeClr val="dk1"/>
              </a:solidFill>
            </a:endParaRPr>
          </a:p>
        </p:txBody>
      </p:sp>
      <p:sp>
        <p:nvSpPr>
          <p:cNvPr id="2382" name="Google Shape;2382;g3a3505be5ed_1_354"/>
          <p:cNvSpPr/>
          <p:nvPr/>
        </p:nvSpPr>
        <p:spPr>
          <a:xfrm>
            <a:off x="726727" y="2075891"/>
            <a:ext cx="504000" cy="504000"/>
          </a:xfrm>
          <a:prstGeom prst="roundRect">
            <a:avLst>
              <a:gd fmla="val 66677" name="adj"/>
            </a:avLst>
          </a:prstGeom>
          <a:solidFill>
            <a:srgbClr val="553868"/>
          </a:solidFill>
          <a:ln cap="flat" cmpd="sng" w="22850">
            <a:solidFill>
              <a:srgbClr val="F2B4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383" name="Google Shape;2383;g3a3505be5ed_1_354"/>
          <p:cNvPicPr preferRelativeResize="0"/>
          <p:nvPr/>
        </p:nvPicPr>
        <p:blipFill rotWithShape="1">
          <a:blip r:embed="rId3">
            <a:alphaModFix/>
          </a:blip>
          <a:srcRect b="0" l="0" r="0" t="0"/>
          <a:stretch/>
        </p:blipFill>
        <p:spPr>
          <a:xfrm>
            <a:off x="820548" y="2169712"/>
            <a:ext cx="316232" cy="316232"/>
          </a:xfrm>
          <a:prstGeom prst="rect">
            <a:avLst/>
          </a:prstGeom>
          <a:noFill/>
          <a:ln>
            <a:noFill/>
          </a:ln>
        </p:spPr>
      </p:pic>
      <p:sp>
        <p:nvSpPr>
          <p:cNvPr id="2384" name="Google Shape;2384;g3a3505be5ed_1_354"/>
          <p:cNvSpPr/>
          <p:nvPr/>
        </p:nvSpPr>
        <p:spPr>
          <a:xfrm>
            <a:off x="1454675" y="2117801"/>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Usuario</a:t>
            </a:r>
            <a:endParaRPr sz="2450">
              <a:solidFill>
                <a:schemeClr val="dk1"/>
              </a:solidFill>
              <a:latin typeface="Calibri"/>
              <a:ea typeface="Calibri"/>
              <a:cs typeface="Calibri"/>
              <a:sym typeface="Calibri"/>
            </a:endParaRPr>
          </a:p>
        </p:txBody>
      </p:sp>
      <p:grpSp>
        <p:nvGrpSpPr>
          <p:cNvPr id="2385" name="Google Shape;2385;g3a3505be5ed_1_354"/>
          <p:cNvGrpSpPr/>
          <p:nvPr/>
        </p:nvGrpSpPr>
        <p:grpSpPr>
          <a:xfrm>
            <a:off x="7824152" y="2169689"/>
            <a:ext cx="3745323" cy="504000"/>
            <a:chOff x="7915827" y="2219289"/>
            <a:chExt cx="3745323" cy="504000"/>
          </a:xfrm>
        </p:grpSpPr>
        <p:sp>
          <p:nvSpPr>
            <p:cNvPr id="2386" name="Google Shape;2386;g3a3505be5ed_1_354"/>
            <p:cNvSpPr/>
            <p:nvPr/>
          </p:nvSpPr>
          <p:spPr>
            <a:xfrm>
              <a:off x="7915827" y="2219289"/>
              <a:ext cx="504000" cy="504000"/>
            </a:xfrm>
            <a:prstGeom prst="roundRect">
              <a:avLst>
                <a:gd fmla="val 66677" name="adj"/>
              </a:avLst>
            </a:prstGeom>
            <a:solidFill>
              <a:srgbClr val="553868"/>
            </a:solidFill>
            <a:ln cap="flat" cmpd="sng" w="22850">
              <a:solidFill>
                <a:srgbClr val="DD78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387" name="Google Shape;2387;g3a3505be5ed_1_354"/>
            <p:cNvPicPr preferRelativeResize="0"/>
            <p:nvPr/>
          </p:nvPicPr>
          <p:blipFill rotWithShape="1">
            <a:blip r:embed="rId4">
              <a:alphaModFix/>
            </a:blip>
            <a:srcRect b="0" l="0" r="0" t="0"/>
            <a:stretch/>
          </p:blipFill>
          <p:spPr>
            <a:xfrm>
              <a:off x="8009648" y="2313110"/>
              <a:ext cx="316232" cy="316232"/>
            </a:xfrm>
            <a:prstGeom prst="rect">
              <a:avLst/>
            </a:prstGeom>
            <a:noFill/>
            <a:ln>
              <a:noFill/>
            </a:ln>
          </p:spPr>
        </p:pic>
        <p:sp>
          <p:nvSpPr>
            <p:cNvPr id="2388" name="Google Shape;2388;g3a3505be5ed_1_354"/>
            <p:cNvSpPr/>
            <p:nvPr/>
          </p:nvSpPr>
          <p:spPr>
            <a:xfrm>
              <a:off x="8498250" y="2273599"/>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Organizador</a:t>
              </a:r>
              <a:endParaRPr sz="2450">
                <a:solidFill>
                  <a:schemeClr val="dk1"/>
                </a:solidFill>
                <a:latin typeface="Calibri"/>
                <a:ea typeface="Calibri"/>
                <a:cs typeface="Calibri"/>
                <a:sym typeface="Calibri"/>
              </a:endParaRPr>
            </a:p>
          </p:txBody>
        </p:sp>
      </p:grpSp>
      <p:sp>
        <p:nvSpPr>
          <p:cNvPr id="2389" name="Google Shape;2389;g3a3505be5ed_1_354"/>
          <p:cNvSpPr/>
          <p:nvPr/>
        </p:nvSpPr>
        <p:spPr>
          <a:xfrm>
            <a:off x="8223175" y="2801950"/>
            <a:ext cx="5663100" cy="22395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Clr>
                <a:schemeClr val="dk1"/>
              </a:buClr>
              <a:buSzPts val="1400"/>
              <a:buChar char="●"/>
            </a:pPr>
            <a:r>
              <a:rPr lang="en-US">
                <a:solidFill>
                  <a:schemeClr val="dk1"/>
                </a:solidFill>
              </a:rPr>
              <a:t>[H3]  </a:t>
            </a:r>
            <a:r>
              <a:rPr lang="en-US">
                <a:solidFill>
                  <a:schemeClr val="dk1"/>
                </a:solidFill>
              </a:rPr>
              <a:t>quiero </a:t>
            </a:r>
            <a:r>
              <a:rPr b="1" lang="en-US">
                <a:solidFill>
                  <a:schemeClr val="dk1"/>
                </a:solidFill>
              </a:rPr>
              <a:t>crear eventos con título, descripción y ubicación</a:t>
            </a:r>
            <a:r>
              <a:rPr lang="en-US">
                <a:solidFill>
                  <a:schemeClr val="dk1"/>
                </a:solidFill>
              </a:rPr>
              <a:t>, para poder compartir mis propias actividades.</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[H8]  El sistema debe </a:t>
            </a:r>
            <a:r>
              <a:rPr b="1" lang="en-US">
                <a:solidFill>
                  <a:schemeClr val="dk1"/>
                </a:solidFill>
              </a:rPr>
              <a:t>generar un resumen breve del evento al momento de publicarlo</a:t>
            </a:r>
            <a:r>
              <a:rPr lang="en-US">
                <a:solidFill>
                  <a:schemeClr val="dk1"/>
                </a:solidFill>
              </a:rPr>
              <a:t>.</a:t>
            </a:r>
            <a:endParaRPr>
              <a:solidFill>
                <a:schemeClr val="dk1"/>
              </a:solidFill>
            </a:endParaRPr>
          </a:p>
          <a:p>
            <a:pPr indent="0" lvl="0" marL="9144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[H10]  quiero </a:t>
            </a:r>
            <a:r>
              <a:rPr b="1" lang="en-US">
                <a:solidFill>
                  <a:schemeClr val="dk1"/>
                </a:solidFill>
              </a:rPr>
              <a:t>ver estadísticas y métricas del uso de la app</a:t>
            </a:r>
            <a:r>
              <a:rPr lang="en-US">
                <a:solidFill>
                  <a:schemeClr val="dk1"/>
                </a:solidFill>
              </a:rPr>
              <a:t>, para entender las tendencias de eventos y participación.</a:t>
            </a:r>
            <a:endParaRPr>
              <a:solidFill>
                <a:schemeClr val="dk1"/>
              </a:solidFill>
            </a:endParaRPr>
          </a:p>
        </p:txBody>
      </p:sp>
      <p:sp>
        <p:nvSpPr>
          <p:cNvPr id="2390" name="Google Shape;2390;g3a3505be5ed_1_354"/>
          <p:cNvSpPr/>
          <p:nvPr/>
        </p:nvSpPr>
        <p:spPr>
          <a:xfrm>
            <a:off x="7925017" y="5190964"/>
            <a:ext cx="504000" cy="504000"/>
          </a:xfrm>
          <a:prstGeom prst="roundRect">
            <a:avLst>
              <a:gd fmla="val 66677" name="adj"/>
            </a:avLst>
          </a:prstGeom>
          <a:solidFill>
            <a:srgbClr val="553868"/>
          </a:solidFill>
          <a:ln cap="flat" cmpd="sng" w="22850">
            <a:solidFill>
              <a:srgbClr val="48A8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descr="preencoded.png" id="2391" name="Google Shape;2391;g3a3505be5ed_1_354"/>
          <p:cNvPicPr preferRelativeResize="0"/>
          <p:nvPr/>
        </p:nvPicPr>
        <p:blipFill rotWithShape="1">
          <a:blip r:embed="rId5">
            <a:alphaModFix/>
          </a:blip>
          <a:srcRect b="0" l="0" r="0" t="0"/>
          <a:stretch/>
        </p:blipFill>
        <p:spPr>
          <a:xfrm>
            <a:off x="8018839" y="5284785"/>
            <a:ext cx="316232" cy="316232"/>
          </a:xfrm>
          <a:prstGeom prst="rect">
            <a:avLst/>
          </a:prstGeom>
          <a:noFill/>
          <a:ln>
            <a:noFill/>
          </a:ln>
        </p:spPr>
      </p:pic>
      <p:sp>
        <p:nvSpPr>
          <p:cNvPr id="2392" name="Google Shape;2392;g3a3505be5ed_1_354"/>
          <p:cNvSpPr/>
          <p:nvPr/>
        </p:nvSpPr>
        <p:spPr>
          <a:xfrm>
            <a:off x="8652966" y="5232874"/>
            <a:ext cx="3162900" cy="395400"/>
          </a:xfrm>
          <a:prstGeom prst="rect">
            <a:avLst/>
          </a:prstGeom>
          <a:noFill/>
          <a:ln>
            <a:noFill/>
          </a:ln>
        </p:spPr>
        <p:txBody>
          <a:bodyPr anchorCtr="0" anchor="t" bIns="0" lIns="0" spcFirstLastPara="1" rIns="0" wrap="square" tIns="0">
            <a:noAutofit/>
          </a:bodyPr>
          <a:lstStyle/>
          <a:p>
            <a:pPr indent="0" lvl="0" marL="0" marR="0" rtl="0" algn="l">
              <a:lnSpc>
                <a:spcPct val="126530"/>
              </a:lnSpc>
              <a:spcBef>
                <a:spcPts val="0"/>
              </a:spcBef>
              <a:spcAft>
                <a:spcPts val="0"/>
              </a:spcAft>
              <a:buClr>
                <a:srgbClr val="FFFFFF"/>
              </a:buClr>
              <a:buSzPts val="2450"/>
              <a:buFont typeface="Nunito SemiBold"/>
              <a:buNone/>
            </a:pPr>
            <a:r>
              <a:rPr b="1" lang="en-US" sz="2450">
                <a:solidFill>
                  <a:schemeClr val="dk1"/>
                </a:solidFill>
                <a:latin typeface="Nunito SemiBold"/>
                <a:ea typeface="Nunito SemiBold"/>
                <a:cs typeface="Nunito SemiBold"/>
                <a:sym typeface="Nunito SemiBold"/>
              </a:rPr>
              <a:t>Administrador</a:t>
            </a:r>
            <a:endParaRPr sz="2450">
              <a:solidFill>
                <a:schemeClr val="dk1"/>
              </a:solidFill>
              <a:latin typeface="Calibri"/>
              <a:ea typeface="Calibri"/>
              <a:cs typeface="Calibri"/>
              <a:sym typeface="Calibri"/>
            </a:endParaRPr>
          </a:p>
        </p:txBody>
      </p:sp>
      <p:sp>
        <p:nvSpPr>
          <p:cNvPr id="2393" name="Google Shape;2393;g3a3505be5ed_1_354"/>
          <p:cNvSpPr/>
          <p:nvPr/>
        </p:nvSpPr>
        <p:spPr>
          <a:xfrm>
            <a:off x="8652975" y="5648475"/>
            <a:ext cx="5037900" cy="13377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Clr>
                <a:schemeClr val="dk1"/>
              </a:buClr>
              <a:buSzPts val="1400"/>
              <a:buChar char="●"/>
            </a:pPr>
            <a:r>
              <a:rPr lang="en-US">
                <a:solidFill>
                  <a:schemeClr val="dk1"/>
                </a:solidFill>
              </a:rPr>
              <a:t>[H5]  </a:t>
            </a:r>
            <a:r>
              <a:rPr lang="en-US">
                <a:solidFill>
                  <a:schemeClr val="dk1"/>
                </a:solidFill>
              </a:rPr>
              <a:t>quiero </a:t>
            </a:r>
            <a:r>
              <a:rPr b="1" lang="en-US">
                <a:solidFill>
                  <a:schemeClr val="dk1"/>
                </a:solidFill>
              </a:rPr>
              <a:t>aprobar o rechazar eventos propuestos</a:t>
            </a:r>
            <a:r>
              <a:rPr lang="en-US">
                <a:solidFill>
                  <a:schemeClr val="dk1"/>
                </a:solidFill>
              </a:rPr>
              <a:t>, para asegurar que la información publicada sea confiable.</a:t>
            </a:r>
            <a:endParaRPr>
              <a:solidFill>
                <a:schemeClr val="dk1"/>
              </a:solidFill>
              <a:latin typeface="Calibri"/>
              <a:ea typeface="Calibri"/>
              <a:cs typeface="Calibri"/>
              <a:sym typeface="Calibri"/>
            </a:endParaRPr>
          </a:p>
        </p:txBody>
      </p:sp>
      <p:sp>
        <p:nvSpPr>
          <p:cNvPr id="2394" name="Google Shape;2394;g3a3505be5ed_1_354"/>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
        <p:nvSpPr>
          <p:cNvPr id="2395" name="Google Shape;2395;g3a3505be5ed_1_354"/>
          <p:cNvSpPr/>
          <p:nvPr/>
        </p:nvSpPr>
        <p:spPr>
          <a:xfrm>
            <a:off x="1325750" y="2766775"/>
            <a:ext cx="5952600" cy="3720600"/>
          </a:xfrm>
          <a:prstGeom prst="rect">
            <a:avLst/>
          </a:prstGeom>
          <a:noFill/>
          <a:ln>
            <a:noFill/>
          </a:ln>
        </p:spPr>
        <p:txBody>
          <a:bodyPr anchorCtr="0" anchor="t" bIns="0" lIns="0" spcFirstLastPara="1" rIns="0" wrap="square" tIns="0">
            <a:noAutofit/>
          </a:bodyPr>
          <a:lstStyle/>
          <a:p>
            <a:pPr indent="-317500" lvl="0" marL="457200" rtl="0" algn="l">
              <a:spcBef>
                <a:spcPts val="0"/>
              </a:spcBef>
              <a:spcAft>
                <a:spcPts val="0"/>
              </a:spcAft>
              <a:buClr>
                <a:schemeClr val="dk1"/>
              </a:buClr>
              <a:buSzPts val="1400"/>
              <a:buChar char="●"/>
            </a:pPr>
            <a:r>
              <a:rPr lang="en-US">
                <a:solidFill>
                  <a:schemeClr val="dk1"/>
                </a:solidFill>
              </a:rPr>
              <a:t>[H1]  quiero </a:t>
            </a:r>
            <a:r>
              <a:rPr b="1" lang="en-US">
                <a:solidFill>
                  <a:schemeClr val="dk1"/>
                </a:solidFill>
              </a:rPr>
              <a:t>ver eventos en un mapa interactivo</a:t>
            </a:r>
            <a:r>
              <a:rPr lang="en-US">
                <a:solidFill>
                  <a:schemeClr val="dk1"/>
                </a:solidFill>
              </a:rPr>
              <a:t>, para poder ubicar fácilmente las actividades cercanas.</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[H2]  quiero </a:t>
            </a:r>
            <a:r>
              <a:rPr b="1" lang="en-US">
                <a:solidFill>
                  <a:schemeClr val="dk1"/>
                </a:solidFill>
              </a:rPr>
              <a:t>guardar mis eventos favoritos</a:t>
            </a:r>
            <a:r>
              <a:rPr lang="en-US">
                <a:solidFill>
                  <a:schemeClr val="dk1"/>
                </a:solidFill>
              </a:rPr>
              <a:t>, para acceder rápidamente a ellos.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[H7]  quiero </a:t>
            </a:r>
            <a:r>
              <a:rPr b="1" lang="en-US">
                <a:solidFill>
                  <a:schemeClr val="dk1"/>
                </a:solidFill>
              </a:rPr>
              <a:t>recibir notificaciones de próximos eventos</a:t>
            </a:r>
            <a:r>
              <a:rPr lang="en-US">
                <a:solidFill>
                  <a:schemeClr val="dk1"/>
                </a:solidFill>
              </a:rPr>
              <a:t>, para no perderme actividades importantes.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[H4]  quiero </a:t>
            </a:r>
            <a:r>
              <a:rPr b="1" lang="en-US">
                <a:solidFill>
                  <a:schemeClr val="dk1"/>
                </a:solidFill>
              </a:rPr>
              <a:t>filtrar eventos por categoría y fecha</a:t>
            </a:r>
            <a:r>
              <a:rPr lang="en-US">
                <a:solidFill>
                  <a:schemeClr val="dk1"/>
                </a:solidFill>
              </a:rPr>
              <a:t>, para encontrar actividades de mi interés.</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[H6] Quiero </a:t>
            </a:r>
            <a:r>
              <a:rPr b="1" lang="en-US">
                <a:solidFill>
                  <a:schemeClr val="dk1"/>
                </a:solidFill>
              </a:rPr>
              <a:t>poder registrarse y guardar mis datos</a:t>
            </a:r>
            <a:br>
              <a:rPr lang="en-US">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[H9]quiero </a:t>
            </a:r>
            <a:r>
              <a:rPr b="1" lang="en-US">
                <a:solidFill>
                  <a:schemeClr val="dk1"/>
                </a:solidFill>
              </a:rPr>
              <a:t>visualizar rutas hacia los eventos</a:t>
            </a:r>
            <a:r>
              <a:rPr lang="en-US">
                <a:solidFill>
                  <a:schemeClr val="dk1"/>
                </a:solidFill>
              </a:rPr>
              <a:t>, para poder llegar fácilmente al lugar.</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457200" marR="0" rtl="0" algn="l">
              <a:lnSpc>
                <a:spcPct val="160000"/>
              </a:lnSpc>
              <a:spcBef>
                <a:spcPts val="0"/>
              </a:spcBef>
              <a:spcAft>
                <a:spcPts val="0"/>
              </a:spcAft>
              <a:buNone/>
            </a:pPr>
            <a:r>
              <a:t/>
            </a:r>
            <a:endParaRPr>
              <a:solidFill>
                <a:schemeClr val="dk1"/>
              </a:solidFill>
              <a:latin typeface="PT Sans"/>
              <a:ea typeface="PT Sans"/>
              <a:cs typeface="PT Sans"/>
              <a:sym typeface="P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9" name="Shape 2399"/>
        <p:cNvGrpSpPr/>
        <p:nvPr/>
      </p:nvGrpSpPr>
      <p:grpSpPr>
        <a:xfrm>
          <a:off x="0" y="0"/>
          <a:ext cx="0" cy="0"/>
          <a:chOff x="0" y="0"/>
          <a:chExt cx="0" cy="0"/>
        </a:xfrm>
      </p:grpSpPr>
      <p:sp>
        <p:nvSpPr>
          <p:cNvPr id="2400" name="Google Shape;2400;g3a385751237_2_40"/>
          <p:cNvSpPr txBox="1"/>
          <p:nvPr/>
        </p:nvSpPr>
        <p:spPr>
          <a:xfrm>
            <a:off x="578825" y="738100"/>
            <a:ext cx="5109000" cy="42366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6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1</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Fecha:25/08/2025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317500" lvl="0" marL="457200" rtl="0" algn="l">
              <a:lnSpc>
                <a:spcPct val="115833"/>
              </a:lnSpc>
              <a:spcBef>
                <a:spcPts val="1800"/>
              </a:spcBef>
              <a:spcAft>
                <a:spcPts val="0"/>
              </a:spcAft>
              <a:buClr>
                <a:schemeClr val="dk1"/>
              </a:buClr>
              <a:buSzPts val="1400"/>
              <a:buFont typeface="Play"/>
              <a:buChar char="●"/>
            </a:pPr>
            <a:r>
              <a:rPr lang="en-US">
                <a:solidFill>
                  <a:schemeClr val="dk1"/>
                </a:solidFill>
                <a:latin typeface="Play"/>
                <a:ea typeface="Play"/>
                <a:cs typeface="Play"/>
                <a:sym typeface="Play"/>
              </a:rPr>
              <a:t>Desarrollar el sistema de autenticación con Supabase JWT.</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Implementar las pantallas de inicio de sesión y registro.</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Crear el mapa interactivo con geolocalización en tiempo real.</a:t>
            </a:r>
            <a:endParaRPr sz="1800">
              <a:solidFill>
                <a:schemeClr val="dk1"/>
              </a:solidFill>
              <a:latin typeface="Play"/>
              <a:ea typeface="Play"/>
              <a:cs typeface="Play"/>
              <a:sym typeface="Play"/>
            </a:endParaRPr>
          </a:p>
        </p:txBody>
      </p:sp>
      <p:pic>
        <p:nvPicPr>
          <p:cNvPr id="2401" name="Google Shape;2401;g3a385751237_2_40"/>
          <p:cNvPicPr preferRelativeResize="0"/>
          <p:nvPr/>
        </p:nvPicPr>
        <p:blipFill>
          <a:blip r:embed="rId3">
            <a:alphaModFix/>
          </a:blip>
          <a:stretch>
            <a:fillRect/>
          </a:stretch>
        </p:blipFill>
        <p:spPr>
          <a:xfrm>
            <a:off x="0" y="5067300"/>
            <a:ext cx="5410200" cy="3162300"/>
          </a:xfrm>
          <a:prstGeom prst="rect">
            <a:avLst/>
          </a:prstGeom>
          <a:noFill/>
          <a:ln cap="flat" cmpd="sng" w="28575">
            <a:solidFill>
              <a:schemeClr val="dk1"/>
            </a:solidFill>
            <a:prstDash val="solid"/>
            <a:round/>
            <a:headEnd len="sm" w="sm" type="none"/>
            <a:tailEnd len="sm" w="sm" type="none"/>
          </a:ln>
        </p:spPr>
      </p:pic>
      <p:graphicFrame>
        <p:nvGraphicFramePr>
          <p:cNvPr id="2402" name="Google Shape;2402;g3a385751237_2_40"/>
          <p:cNvGraphicFramePr/>
          <p:nvPr/>
        </p:nvGraphicFramePr>
        <p:xfrm>
          <a:off x="6053775" y="392900"/>
          <a:ext cx="3000000" cy="3000000"/>
        </p:xfrm>
        <a:graphic>
          <a:graphicData uri="http://schemas.openxmlformats.org/drawingml/2006/table">
            <a:tbl>
              <a:tblPr bandRow="1">
                <a:noFill/>
                <a:tableStyleId>{AAEE0967-036B-4C04-A855-FDE9F875AABE}</a:tableStyleId>
              </a:tblPr>
              <a:tblGrid>
                <a:gridCol w="862150"/>
                <a:gridCol w="2873825"/>
                <a:gridCol w="1126550"/>
                <a:gridCol w="643725"/>
              </a:tblGrid>
              <a:tr h="589050">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ID</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Historia de Usuario</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Estado</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Nota</a:t>
                      </a:r>
                      <a:endParaRPr b="1">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HU-006</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Pantallas Login y Registro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HU-001</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Mapa interactivo con Leaflet</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03" name="Google Shape;2403;g3a385751237_2_40"/>
          <p:cNvSpPr txBox="1"/>
          <p:nvPr/>
        </p:nvSpPr>
        <p:spPr>
          <a:xfrm>
            <a:off x="6782500" y="-102150"/>
            <a:ext cx="4250100" cy="7635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sp>
        <p:nvSpPr>
          <p:cNvPr id="2404" name="Google Shape;2404;g3a385751237_2_40"/>
          <p:cNvSpPr txBox="1"/>
          <p:nvPr/>
        </p:nvSpPr>
        <p:spPr>
          <a:xfrm>
            <a:off x="578825" y="10200"/>
            <a:ext cx="3000000" cy="7233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500">
                <a:solidFill>
                  <a:schemeClr val="dk2"/>
                </a:solidFill>
                <a:latin typeface="Play"/>
                <a:ea typeface="Play"/>
                <a:cs typeface="Play"/>
                <a:sym typeface="Play"/>
              </a:rPr>
              <a:t>S</a:t>
            </a:r>
            <a:r>
              <a:rPr b="1" lang="en-US" sz="3500">
                <a:solidFill>
                  <a:schemeClr val="dk1"/>
                </a:solidFill>
                <a:latin typeface="Play"/>
                <a:ea typeface="Play"/>
                <a:cs typeface="Play"/>
                <a:sym typeface="Play"/>
              </a:rPr>
              <a:t>PRINT  1</a:t>
            </a:r>
            <a:endParaRPr sz="3300">
              <a:solidFill>
                <a:schemeClr val="dk1"/>
              </a:solidFill>
            </a:endParaRPr>
          </a:p>
        </p:txBody>
      </p:sp>
      <p:sp>
        <p:nvSpPr>
          <p:cNvPr id="2405" name="Google Shape;2405;g3a385751237_2_40"/>
          <p:cNvSpPr txBox="1"/>
          <p:nvPr/>
        </p:nvSpPr>
        <p:spPr>
          <a:xfrm>
            <a:off x="6053775" y="4606000"/>
            <a:ext cx="4983000" cy="263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Impediment Log</a:t>
            </a:r>
            <a:endParaRPr b="1" sz="15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ID-001</a:t>
            </a:r>
            <a:endParaRPr b="1" sz="15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1300">
                <a:solidFill>
                  <a:schemeClr val="dk1"/>
                </a:solidFill>
                <a:latin typeface="Play"/>
                <a:ea typeface="Play"/>
                <a:cs typeface="Play"/>
                <a:sym typeface="Play"/>
              </a:rPr>
              <a:t>Fecha:</a:t>
            </a:r>
            <a:r>
              <a:rPr lang="en-US" sz="1300">
                <a:solidFill>
                  <a:schemeClr val="dk1"/>
                </a:solidFill>
                <a:latin typeface="Play"/>
                <a:ea typeface="Play"/>
                <a:cs typeface="Play"/>
                <a:sym typeface="Play"/>
              </a:rPr>
              <a:t> 28/08/2025</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Impedimento:</a:t>
            </a:r>
            <a:r>
              <a:rPr lang="en-US" sz="1300">
                <a:solidFill>
                  <a:schemeClr val="dk1"/>
                </a:solidFill>
                <a:latin typeface="Play"/>
                <a:ea typeface="Play"/>
                <a:cs typeface="Play"/>
                <a:sym typeface="Play"/>
              </a:rPr>
              <a:t> Error en librerías de React Leaflet para mostrar el mapa</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Plan de acción:</a:t>
            </a:r>
            <a:r>
              <a:rPr lang="en-US" sz="1300">
                <a:solidFill>
                  <a:schemeClr val="dk1"/>
                </a:solidFill>
                <a:latin typeface="Play"/>
                <a:ea typeface="Play"/>
                <a:cs typeface="Play"/>
                <a:sym typeface="Play"/>
              </a:rPr>
              <a:t> Actualizar dependencias y limpiar caché del proyecto</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Responsable:</a:t>
            </a:r>
            <a:r>
              <a:rPr lang="en-US" sz="1300">
                <a:solidFill>
                  <a:schemeClr val="dk1"/>
                </a:solidFill>
                <a:latin typeface="Play"/>
                <a:ea typeface="Play"/>
                <a:cs typeface="Play"/>
                <a:sym typeface="Play"/>
              </a:rPr>
              <a:t> Iván Díaz</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Comentario:</a:t>
            </a:r>
            <a:r>
              <a:rPr lang="en-US" sz="1300">
                <a:solidFill>
                  <a:schemeClr val="dk1"/>
                </a:solidFill>
                <a:latin typeface="Play"/>
                <a:ea typeface="Play"/>
                <a:cs typeface="Play"/>
                <a:sym typeface="Play"/>
              </a:rPr>
              <a:t> Se estabiliza el mapa y carga correctamente</a:t>
            </a:r>
            <a:endParaRPr sz="1300">
              <a:solidFill>
                <a:schemeClr val="dk1"/>
              </a:solidFill>
              <a:latin typeface="Play"/>
              <a:ea typeface="Play"/>
              <a:cs typeface="Play"/>
              <a:sym typeface="Play"/>
            </a:endParaRPr>
          </a:p>
        </p:txBody>
      </p:sp>
      <p:sp>
        <p:nvSpPr>
          <p:cNvPr id="2406" name="Google Shape;2406;g3a385751237_2_40"/>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0" name="Shape 2410"/>
        <p:cNvGrpSpPr/>
        <p:nvPr/>
      </p:nvGrpSpPr>
      <p:grpSpPr>
        <a:xfrm>
          <a:off x="0" y="0"/>
          <a:ext cx="0" cy="0"/>
          <a:chOff x="0" y="0"/>
          <a:chExt cx="0" cy="0"/>
        </a:xfrm>
      </p:grpSpPr>
      <p:sp>
        <p:nvSpPr>
          <p:cNvPr id="2411" name="Google Shape;2411;g3a385751237_2_43"/>
          <p:cNvSpPr txBox="1"/>
          <p:nvPr/>
        </p:nvSpPr>
        <p:spPr>
          <a:xfrm>
            <a:off x="578825" y="1049150"/>
            <a:ext cx="5109000" cy="39870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6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2</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a:t>
            </a:r>
            <a:r>
              <a:rPr lang="en-US">
                <a:solidFill>
                  <a:schemeClr val="dk1"/>
                </a:solidFill>
                <a:latin typeface="Play"/>
                <a:ea typeface="Play"/>
                <a:cs typeface="Play"/>
                <a:sym typeface="Play"/>
              </a:rPr>
              <a:t> 08/09/2025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317500" lvl="0" marL="457200" rtl="0" algn="l">
              <a:lnSpc>
                <a:spcPct val="115833"/>
              </a:lnSpc>
              <a:spcBef>
                <a:spcPts val="1800"/>
              </a:spcBef>
              <a:spcAft>
                <a:spcPts val="0"/>
              </a:spcAft>
              <a:buClr>
                <a:schemeClr val="dk1"/>
              </a:buClr>
              <a:buSzPts val="1400"/>
              <a:buFont typeface="Play"/>
              <a:buChar char="●"/>
            </a:pPr>
            <a:r>
              <a:rPr lang="en-US">
                <a:solidFill>
                  <a:schemeClr val="dk1"/>
                </a:solidFill>
                <a:latin typeface="Play"/>
                <a:ea typeface="Play"/>
                <a:cs typeface="Play"/>
                <a:sym typeface="Play"/>
              </a:rPr>
              <a:t>Desarrollar CRUD de eventos.</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Implementar UI para creación y visualización de eventos.</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Agregar sistema de favoritos con sincronización en base de datos.</a:t>
            </a:r>
            <a:endParaRPr>
              <a:solidFill>
                <a:schemeClr val="dk1"/>
              </a:solidFill>
              <a:latin typeface="Play"/>
              <a:ea typeface="Play"/>
              <a:cs typeface="Play"/>
              <a:sym typeface="Play"/>
            </a:endParaRPr>
          </a:p>
        </p:txBody>
      </p:sp>
      <p:graphicFrame>
        <p:nvGraphicFramePr>
          <p:cNvPr id="2412" name="Google Shape;2412;g3a385751237_2_43"/>
          <p:cNvGraphicFramePr/>
          <p:nvPr/>
        </p:nvGraphicFramePr>
        <p:xfrm>
          <a:off x="6053775" y="392900"/>
          <a:ext cx="3000000" cy="3000000"/>
        </p:xfrm>
        <a:graphic>
          <a:graphicData uri="http://schemas.openxmlformats.org/drawingml/2006/table">
            <a:tbl>
              <a:tblPr bandRow="1">
                <a:noFill/>
                <a:tableStyleId>{AAEE0967-036B-4C04-A855-FDE9F875AABE}</a:tableStyleId>
              </a:tblPr>
              <a:tblGrid>
                <a:gridCol w="862150"/>
                <a:gridCol w="2873825"/>
                <a:gridCol w="1126550"/>
                <a:gridCol w="643725"/>
              </a:tblGrid>
              <a:tr h="589050">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ID</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Historia de Usuario</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Estado</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Nota</a:t>
                      </a:r>
                      <a:endParaRPr b="1">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HU-003</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Crear eventos (</a:t>
                      </a:r>
                      <a:r>
                        <a:rPr lang="en-US">
                          <a:solidFill>
                            <a:schemeClr val="dk1"/>
                          </a:solidFill>
                          <a:latin typeface="Play"/>
                          <a:ea typeface="Play"/>
                          <a:cs typeface="Play"/>
                          <a:sym typeface="Play"/>
                        </a:rPr>
                        <a:t>Backend CRUD eventos)</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HU-002</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Guardar favoritos (</a:t>
                      </a:r>
                      <a:r>
                        <a:rPr lang="en-US">
                          <a:solidFill>
                            <a:schemeClr val="dk1"/>
                          </a:solidFill>
                          <a:latin typeface="Play"/>
                          <a:ea typeface="Play"/>
                          <a:cs typeface="Play"/>
                          <a:sym typeface="Play"/>
                        </a:rPr>
                        <a:t>Sistema de favoritos con BD)</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13" name="Google Shape;2413;g3a385751237_2_43"/>
          <p:cNvSpPr txBox="1"/>
          <p:nvPr/>
        </p:nvSpPr>
        <p:spPr>
          <a:xfrm>
            <a:off x="6782500" y="-102150"/>
            <a:ext cx="4250100" cy="7635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sp>
        <p:nvSpPr>
          <p:cNvPr id="2414" name="Google Shape;2414;g3a385751237_2_43"/>
          <p:cNvSpPr txBox="1"/>
          <p:nvPr/>
        </p:nvSpPr>
        <p:spPr>
          <a:xfrm>
            <a:off x="578825" y="18150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2</a:t>
            </a:r>
            <a:endParaRPr sz="3200">
              <a:solidFill>
                <a:schemeClr val="dk1"/>
              </a:solidFill>
            </a:endParaRPr>
          </a:p>
        </p:txBody>
      </p:sp>
      <p:pic>
        <p:nvPicPr>
          <p:cNvPr id="2415" name="Google Shape;2415;g3a385751237_2_43"/>
          <p:cNvPicPr preferRelativeResize="0"/>
          <p:nvPr/>
        </p:nvPicPr>
        <p:blipFill>
          <a:blip r:embed="rId3">
            <a:alphaModFix/>
          </a:blip>
          <a:stretch>
            <a:fillRect/>
          </a:stretch>
        </p:blipFill>
        <p:spPr>
          <a:xfrm>
            <a:off x="0" y="5246150"/>
            <a:ext cx="5410200" cy="2983600"/>
          </a:xfrm>
          <a:prstGeom prst="rect">
            <a:avLst/>
          </a:prstGeom>
          <a:noFill/>
          <a:ln cap="flat" cmpd="sng" w="19050">
            <a:solidFill>
              <a:schemeClr val="dk1"/>
            </a:solidFill>
            <a:prstDash val="solid"/>
            <a:round/>
            <a:headEnd len="sm" w="sm" type="none"/>
            <a:tailEnd len="sm" w="sm" type="none"/>
          </a:ln>
        </p:spPr>
      </p:pic>
      <p:sp>
        <p:nvSpPr>
          <p:cNvPr id="2416" name="Google Shape;2416;g3a385751237_2_43"/>
          <p:cNvSpPr txBox="1"/>
          <p:nvPr/>
        </p:nvSpPr>
        <p:spPr>
          <a:xfrm>
            <a:off x="6591850" y="4374200"/>
            <a:ext cx="5020800" cy="32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Impediment Log</a:t>
            </a:r>
            <a:endParaRPr b="1" sz="15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ID-002</a:t>
            </a:r>
            <a:endParaRPr b="1" sz="1500">
              <a:solidFill>
                <a:schemeClr val="dk1"/>
              </a:solidFill>
              <a:latin typeface="Play"/>
              <a:ea typeface="Play"/>
              <a:cs typeface="Play"/>
              <a:sym typeface="Play"/>
            </a:endParaRPr>
          </a:p>
          <a:p>
            <a:pPr indent="0" lvl="0" marL="0" rtl="0" algn="l">
              <a:lnSpc>
                <a:spcPct val="115000"/>
              </a:lnSpc>
              <a:spcBef>
                <a:spcPts val="1200"/>
              </a:spcBef>
              <a:spcAft>
                <a:spcPts val="0"/>
              </a:spcAft>
              <a:buNone/>
            </a:pPr>
            <a:r>
              <a:rPr b="1" lang="en-US" sz="1300">
                <a:solidFill>
                  <a:schemeClr val="dk1"/>
                </a:solidFill>
                <a:latin typeface="Play"/>
                <a:ea typeface="Play"/>
                <a:cs typeface="Play"/>
                <a:sym typeface="Play"/>
              </a:rPr>
              <a:t>Fecha:</a:t>
            </a:r>
            <a:r>
              <a:rPr lang="en-US" sz="1300">
                <a:solidFill>
                  <a:schemeClr val="dk1"/>
                </a:solidFill>
                <a:latin typeface="Play"/>
                <a:ea typeface="Play"/>
                <a:cs typeface="Play"/>
                <a:sym typeface="Play"/>
              </a:rPr>
              <a:t> 10/09/2025</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Impedimento:</a:t>
            </a:r>
            <a:r>
              <a:rPr lang="en-US" sz="1300">
                <a:solidFill>
                  <a:schemeClr val="dk1"/>
                </a:solidFill>
                <a:latin typeface="Play"/>
                <a:ea typeface="Play"/>
                <a:cs typeface="Play"/>
                <a:sym typeface="Play"/>
              </a:rPr>
              <a:t> Error en favoritos, no se guardaba correctamente la relación usuario-evento</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Plan de acción:</a:t>
            </a:r>
            <a:r>
              <a:rPr lang="en-US" sz="1300">
                <a:solidFill>
                  <a:schemeClr val="dk1"/>
                </a:solidFill>
                <a:latin typeface="Play"/>
                <a:ea typeface="Play"/>
                <a:cs typeface="Play"/>
                <a:sym typeface="Play"/>
              </a:rPr>
              <a:t> Revisar tablas relacionales y corregir claves foráneas</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Responsable:</a:t>
            </a:r>
            <a:r>
              <a:rPr lang="en-US" sz="1300">
                <a:solidFill>
                  <a:schemeClr val="dk1"/>
                </a:solidFill>
                <a:latin typeface="Play"/>
                <a:ea typeface="Play"/>
                <a:cs typeface="Play"/>
                <a:sym typeface="Play"/>
              </a:rPr>
              <a:t> Alejandro Troncoso</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Comentario:</a:t>
            </a:r>
            <a:r>
              <a:rPr lang="en-US" sz="1300">
                <a:solidFill>
                  <a:schemeClr val="dk1"/>
                </a:solidFill>
                <a:latin typeface="Play"/>
                <a:ea typeface="Play"/>
                <a:cs typeface="Play"/>
                <a:sym typeface="Play"/>
              </a:rPr>
              <a:t> </a:t>
            </a:r>
            <a:r>
              <a:rPr lang="en-US" sz="1300">
                <a:solidFill>
                  <a:schemeClr val="dk1"/>
                </a:solidFill>
                <a:latin typeface="Play"/>
                <a:ea typeface="Play"/>
                <a:cs typeface="Play"/>
                <a:sym typeface="Play"/>
              </a:rPr>
              <a:t>La relación fue corregida y ahora los favoritos se registran correctamente.</a:t>
            </a:r>
            <a:endParaRPr sz="13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t/>
            </a:r>
            <a:endParaRPr sz="1300">
              <a:solidFill>
                <a:schemeClr val="dk1"/>
              </a:solidFill>
              <a:latin typeface="Play"/>
              <a:ea typeface="Play"/>
              <a:cs typeface="Play"/>
              <a:sym typeface="Play"/>
            </a:endParaRPr>
          </a:p>
        </p:txBody>
      </p:sp>
      <p:sp>
        <p:nvSpPr>
          <p:cNvPr id="2417" name="Google Shape;2417;g3a385751237_2_43"/>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1" name="Shape 2421"/>
        <p:cNvGrpSpPr/>
        <p:nvPr/>
      </p:nvGrpSpPr>
      <p:grpSpPr>
        <a:xfrm>
          <a:off x="0" y="0"/>
          <a:ext cx="0" cy="0"/>
          <a:chOff x="0" y="0"/>
          <a:chExt cx="0" cy="0"/>
        </a:xfrm>
      </p:grpSpPr>
      <p:sp>
        <p:nvSpPr>
          <p:cNvPr id="2422" name="Google Shape;2422;g3a385751237_2_46"/>
          <p:cNvSpPr txBox="1"/>
          <p:nvPr/>
        </p:nvSpPr>
        <p:spPr>
          <a:xfrm>
            <a:off x="578825" y="911608"/>
            <a:ext cx="5109000" cy="3479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6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3</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 </a:t>
            </a:r>
            <a:r>
              <a:rPr lang="en-US">
                <a:solidFill>
                  <a:schemeClr val="dk1"/>
                </a:solidFill>
                <a:latin typeface="Play"/>
                <a:ea typeface="Play"/>
                <a:cs typeface="Play"/>
                <a:sym typeface="Play"/>
              </a:rPr>
              <a:t>22/09/2025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317500" lvl="0" marL="457200" rtl="0" algn="l">
              <a:lnSpc>
                <a:spcPct val="107916"/>
              </a:lnSpc>
              <a:spcBef>
                <a:spcPts val="400"/>
              </a:spcBef>
              <a:spcAft>
                <a:spcPts val="0"/>
              </a:spcAft>
              <a:buClr>
                <a:schemeClr val="dk1"/>
              </a:buClr>
              <a:buSzPts val="1400"/>
              <a:buFont typeface="Play"/>
              <a:buChar char="●"/>
            </a:pPr>
            <a:r>
              <a:rPr lang="en-US">
                <a:solidFill>
                  <a:schemeClr val="dk1"/>
                </a:solidFill>
                <a:latin typeface="Play"/>
                <a:ea typeface="Play"/>
                <a:cs typeface="Play"/>
                <a:sym typeface="Play"/>
              </a:rPr>
              <a:t> Implementar notificaciones push web y móvil.</a:t>
            </a:r>
            <a:endParaRPr>
              <a:solidFill>
                <a:schemeClr val="dk1"/>
              </a:solidFill>
              <a:latin typeface="Play"/>
              <a:ea typeface="Play"/>
              <a:cs typeface="Play"/>
              <a:sym typeface="Play"/>
            </a:endParaRPr>
          </a:p>
          <a:p>
            <a:pPr indent="-317500" lvl="0" marL="457200" rtl="0" algn="l">
              <a:lnSpc>
                <a:spcPct val="107916"/>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Crear centro de notificaciones in-app.</a:t>
            </a:r>
            <a:endParaRPr>
              <a:solidFill>
                <a:schemeClr val="dk1"/>
              </a:solidFill>
              <a:latin typeface="Play"/>
              <a:ea typeface="Play"/>
              <a:cs typeface="Play"/>
              <a:sym typeface="Play"/>
            </a:endParaRPr>
          </a:p>
        </p:txBody>
      </p:sp>
      <p:graphicFrame>
        <p:nvGraphicFramePr>
          <p:cNvPr id="2423" name="Google Shape;2423;g3a385751237_2_46"/>
          <p:cNvGraphicFramePr/>
          <p:nvPr/>
        </p:nvGraphicFramePr>
        <p:xfrm>
          <a:off x="6053775" y="392900"/>
          <a:ext cx="3000000" cy="3000000"/>
        </p:xfrm>
        <a:graphic>
          <a:graphicData uri="http://schemas.openxmlformats.org/drawingml/2006/table">
            <a:tbl>
              <a:tblPr bandRow="1">
                <a:noFill/>
                <a:tableStyleId>{AAEE0967-036B-4C04-A855-FDE9F875AABE}</a:tableStyleId>
              </a:tblPr>
              <a:tblGrid>
                <a:gridCol w="862150"/>
                <a:gridCol w="2873825"/>
                <a:gridCol w="1126550"/>
                <a:gridCol w="643725"/>
              </a:tblGrid>
              <a:tr h="589050">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ID</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Historia de Usuario</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Estado</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Nota</a:t>
                      </a:r>
                      <a:endParaRPr b="1">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HU-007</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Notificaciones de eventos (</a:t>
                      </a:r>
                      <a:r>
                        <a:rPr lang="en-US">
                          <a:solidFill>
                            <a:schemeClr val="dk1"/>
                          </a:solidFill>
                          <a:latin typeface="Play"/>
                          <a:ea typeface="Play"/>
                          <a:cs typeface="Play"/>
                          <a:sym typeface="Play"/>
                        </a:rPr>
                        <a:t>Push notifications web/mobile)</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24" name="Google Shape;2424;g3a385751237_2_46"/>
          <p:cNvSpPr txBox="1"/>
          <p:nvPr/>
        </p:nvSpPr>
        <p:spPr>
          <a:xfrm>
            <a:off x="6782500" y="-102150"/>
            <a:ext cx="4250100" cy="7635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sp>
        <p:nvSpPr>
          <p:cNvPr id="2425" name="Google Shape;2425;g3a385751237_2_46"/>
          <p:cNvSpPr txBox="1"/>
          <p:nvPr/>
        </p:nvSpPr>
        <p:spPr>
          <a:xfrm>
            <a:off x="578825" y="27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3</a:t>
            </a:r>
            <a:endParaRPr sz="3200">
              <a:solidFill>
                <a:schemeClr val="dk1"/>
              </a:solidFill>
            </a:endParaRPr>
          </a:p>
        </p:txBody>
      </p:sp>
      <p:pic>
        <p:nvPicPr>
          <p:cNvPr id="2426" name="Google Shape;2426;g3a385751237_2_46"/>
          <p:cNvPicPr preferRelativeResize="0"/>
          <p:nvPr/>
        </p:nvPicPr>
        <p:blipFill>
          <a:blip r:embed="rId3">
            <a:alphaModFix/>
          </a:blip>
          <a:stretch>
            <a:fillRect/>
          </a:stretch>
        </p:blipFill>
        <p:spPr>
          <a:xfrm>
            <a:off x="0" y="5067450"/>
            <a:ext cx="5410200" cy="3162300"/>
          </a:xfrm>
          <a:prstGeom prst="rect">
            <a:avLst/>
          </a:prstGeom>
          <a:noFill/>
          <a:ln cap="flat" cmpd="sng" w="28575">
            <a:solidFill>
              <a:schemeClr val="dk1"/>
            </a:solidFill>
            <a:prstDash val="solid"/>
            <a:round/>
            <a:headEnd len="sm" w="sm" type="none"/>
            <a:tailEnd len="sm" w="sm" type="none"/>
          </a:ln>
        </p:spPr>
      </p:pic>
      <p:sp>
        <p:nvSpPr>
          <p:cNvPr id="2427" name="Google Shape;2427;g3a385751237_2_46"/>
          <p:cNvSpPr txBox="1"/>
          <p:nvPr/>
        </p:nvSpPr>
        <p:spPr>
          <a:xfrm>
            <a:off x="6486600" y="4481425"/>
            <a:ext cx="5272200" cy="286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Impediment Log</a:t>
            </a:r>
            <a:endParaRPr b="1" sz="16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ID-003</a:t>
            </a:r>
            <a:endParaRPr b="1" sz="16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1300">
                <a:solidFill>
                  <a:schemeClr val="dk1"/>
                </a:solidFill>
                <a:latin typeface="Play"/>
                <a:ea typeface="Play"/>
                <a:cs typeface="Play"/>
                <a:sym typeface="Play"/>
              </a:rPr>
              <a:t>Fecha:</a:t>
            </a:r>
            <a:r>
              <a:rPr lang="en-US" sz="1300">
                <a:solidFill>
                  <a:schemeClr val="dk1"/>
                </a:solidFill>
                <a:latin typeface="Play"/>
                <a:ea typeface="Play"/>
                <a:cs typeface="Play"/>
                <a:sym typeface="Play"/>
              </a:rPr>
              <a:t> 15/09/2025</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Impedimento:</a:t>
            </a:r>
            <a:r>
              <a:rPr lang="en-US" sz="1300">
                <a:solidFill>
                  <a:schemeClr val="dk1"/>
                </a:solidFill>
                <a:latin typeface="Play"/>
                <a:ea typeface="Play"/>
                <a:cs typeface="Play"/>
                <a:sym typeface="Play"/>
              </a:rPr>
              <a:t> Notificaciones push no se enviaban a algunos usuarios</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Plan de acción:</a:t>
            </a:r>
            <a:r>
              <a:rPr lang="en-US" sz="1300">
                <a:solidFill>
                  <a:schemeClr val="dk1"/>
                </a:solidFill>
                <a:latin typeface="Play"/>
                <a:ea typeface="Play"/>
                <a:cs typeface="Play"/>
                <a:sym typeface="Play"/>
              </a:rPr>
              <a:t> Revisar permisos del navegador, actualizar service worker y probar canal de mensajería</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Responsable:</a:t>
            </a:r>
            <a:r>
              <a:rPr lang="en-US" sz="1300">
                <a:solidFill>
                  <a:schemeClr val="dk1"/>
                </a:solidFill>
                <a:latin typeface="Play"/>
                <a:ea typeface="Play"/>
                <a:cs typeface="Play"/>
                <a:sym typeface="Play"/>
              </a:rPr>
              <a:t> Iván Díaz</a:t>
            </a:r>
            <a:br>
              <a:rPr lang="en-US" sz="1300">
                <a:solidFill>
                  <a:schemeClr val="dk1"/>
                </a:solidFill>
                <a:latin typeface="Play"/>
                <a:ea typeface="Play"/>
                <a:cs typeface="Play"/>
                <a:sym typeface="Play"/>
              </a:rPr>
            </a:br>
            <a:r>
              <a:rPr lang="en-US" sz="1300">
                <a:solidFill>
                  <a:schemeClr val="dk1"/>
                </a:solidFill>
                <a:latin typeface="Play"/>
                <a:ea typeface="Play"/>
                <a:cs typeface="Play"/>
                <a:sym typeface="Play"/>
              </a:rPr>
              <a:t> </a:t>
            </a:r>
            <a:r>
              <a:rPr b="1" lang="en-US" sz="1300">
                <a:solidFill>
                  <a:schemeClr val="dk1"/>
                </a:solidFill>
                <a:latin typeface="Play"/>
                <a:ea typeface="Play"/>
                <a:cs typeface="Play"/>
                <a:sym typeface="Play"/>
              </a:rPr>
              <a:t>Comentario:</a:t>
            </a:r>
            <a:r>
              <a:rPr lang="en-US" sz="1300">
                <a:solidFill>
                  <a:schemeClr val="dk1"/>
                </a:solidFill>
                <a:latin typeface="Play"/>
                <a:ea typeface="Play"/>
                <a:cs typeface="Play"/>
                <a:sym typeface="Play"/>
              </a:rPr>
              <a:t> Se estabilizó el envío tras actualizar la configuración de notificaciones.</a:t>
            </a:r>
            <a:endParaRPr sz="1300">
              <a:solidFill>
                <a:schemeClr val="dk1"/>
              </a:solidFill>
              <a:latin typeface="Play"/>
              <a:ea typeface="Play"/>
              <a:cs typeface="Play"/>
              <a:sym typeface="Play"/>
            </a:endParaRPr>
          </a:p>
        </p:txBody>
      </p:sp>
      <p:sp>
        <p:nvSpPr>
          <p:cNvPr id="2428" name="Google Shape;2428;g3a385751237_2_4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2" name="Shape 2432"/>
        <p:cNvGrpSpPr/>
        <p:nvPr/>
      </p:nvGrpSpPr>
      <p:grpSpPr>
        <a:xfrm>
          <a:off x="0" y="0"/>
          <a:ext cx="0" cy="0"/>
          <a:chOff x="0" y="0"/>
          <a:chExt cx="0" cy="0"/>
        </a:xfrm>
      </p:grpSpPr>
      <p:sp>
        <p:nvSpPr>
          <p:cNvPr id="2433" name="Google Shape;2433;g3a385751237_2_49"/>
          <p:cNvSpPr txBox="1"/>
          <p:nvPr/>
        </p:nvSpPr>
        <p:spPr>
          <a:xfrm>
            <a:off x="578825" y="1049150"/>
            <a:ext cx="5109000" cy="34791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6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4</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 </a:t>
            </a:r>
            <a:r>
              <a:rPr lang="en-US">
                <a:solidFill>
                  <a:schemeClr val="dk1"/>
                </a:solidFill>
                <a:latin typeface="Play"/>
                <a:ea typeface="Play"/>
                <a:cs typeface="Play"/>
                <a:sym typeface="Play"/>
              </a:rPr>
              <a:t>06/10/2025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317500" lvl="0" marL="457200" rtl="0" algn="l">
              <a:lnSpc>
                <a:spcPct val="115833"/>
              </a:lnSpc>
              <a:spcBef>
                <a:spcPts val="1800"/>
              </a:spcBef>
              <a:spcAft>
                <a:spcPts val="0"/>
              </a:spcAft>
              <a:buClr>
                <a:schemeClr val="dk1"/>
              </a:buClr>
              <a:buSzPts val="1400"/>
              <a:buFont typeface="Play"/>
              <a:buChar char="●"/>
            </a:pPr>
            <a:r>
              <a:rPr lang="en-US">
                <a:solidFill>
                  <a:schemeClr val="dk1"/>
                </a:solidFill>
                <a:latin typeface="Play"/>
                <a:ea typeface="Play"/>
                <a:cs typeface="Play"/>
                <a:sym typeface="Play"/>
              </a:rPr>
              <a:t>Desarrollar filtros avanzados en el mapa.</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Optimizar las búsquedas y consultas en base de datos.</a:t>
            </a:r>
            <a:endParaRPr>
              <a:solidFill>
                <a:schemeClr val="dk1"/>
              </a:solidFill>
              <a:latin typeface="Play"/>
              <a:ea typeface="Play"/>
              <a:cs typeface="Play"/>
              <a:sym typeface="Play"/>
            </a:endParaRPr>
          </a:p>
          <a:p>
            <a:pPr indent="-317500" lvl="0" marL="457200" rtl="0" algn="l">
              <a:lnSpc>
                <a:spcPct val="115833"/>
              </a:lnSpc>
              <a:spcBef>
                <a:spcPts val="0"/>
              </a:spcBef>
              <a:spcAft>
                <a:spcPts val="0"/>
              </a:spcAft>
              <a:buClr>
                <a:schemeClr val="dk1"/>
              </a:buClr>
              <a:buSzPts val="1400"/>
              <a:buFont typeface="Play"/>
              <a:buChar char="●"/>
            </a:pPr>
            <a:r>
              <a:rPr lang="en-US">
                <a:solidFill>
                  <a:schemeClr val="dk1"/>
                </a:solidFill>
                <a:latin typeface="Play"/>
                <a:ea typeface="Play"/>
                <a:cs typeface="Play"/>
                <a:sym typeface="Play"/>
              </a:rPr>
              <a:t>Crear panel visual para filtros interactivos.</a:t>
            </a:r>
            <a:endParaRPr>
              <a:solidFill>
                <a:schemeClr val="dk1"/>
              </a:solidFill>
              <a:latin typeface="Play"/>
              <a:ea typeface="Play"/>
              <a:cs typeface="Play"/>
              <a:sym typeface="Play"/>
            </a:endParaRPr>
          </a:p>
        </p:txBody>
      </p:sp>
      <p:graphicFrame>
        <p:nvGraphicFramePr>
          <p:cNvPr id="2434" name="Google Shape;2434;g3a385751237_2_49"/>
          <p:cNvGraphicFramePr/>
          <p:nvPr/>
        </p:nvGraphicFramePr>
        <p:xfrm>
          <a:off x="6053775" y="392900"/>
          <a:ext cx="3000000" cy="3000000"/>
        </p:xfrm>
        <a:graphic>
          <a:graphicData uri="http://schemas.openxmlformats.org/drawingml/2006/table">
            <a:tbl>
              <a:tblPr bandRow="1">
                <a:noFill/>
                <a:tableStyleId>{AAEE0967-036B-4C04-A855-FDE9F875AABE}</a:tableStyleId>
              </a:tblPr>
              <a:tblGrid>
                <a:gridCol w="862150"/>
                <a:gridCol w="2873825"/>
                <a:gridCol w="1126550"/>
                <a:gridCol w="643725"/>
              </a:tblGrid>
              <a:tr h="589050">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ID</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Historia de Usuario</a:t>
                      </a:r>
                      <a:endParaRPr b="1">
                        <a:solidFill>
                          <a:schemeClr val="dk1"/>
                        </a:solidFill>
                        <a:latin typeface="Play"/>
                        <a:ea typeface="Play"/>
                        <a:cs typeface="Play"/>
                        <a:sym typeface="Play"/>
                      </a:endParaRPr>
                    </a:p>
                  </a:txBody>
                  <a:tcPr marT="9525" marB="9525" marR="9525" marL="9525" anchor="ctr">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Estado</a:t>
                      </a:r>
                      <a:endParaRPr b="1">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a:solidFill>
                            <a:schemeClr val="dk1"/>
                          </a:solidFill>
                          <a:latin typeface="Play"/>
                          <a:ea typeface="Play"/>
                          <a:cs typeface="Play"/>
                          <a:sym typeface="Play"/>
                        </a:rPr>
                        <a:t>Nota</a:t>
                      </a:r>
                      <a:endParaRPr b="1">
                        <a:solidFill>
                          <a:schemeClr val="dk1"/>
                        </a:solidFill>
                        <a:latin typeface="Play"/>
                        <a:ea typeface="Play"/>
                        <a:cs typeface="Play"/>
                        <a:sym typeface="Play"/>
                      </a:endParaRPr>
                    </a:p>
                  </a:txBody>
                  <a:tcPr marT="9525" marB="9525" marR="9525" marL="9525" anchor="ctr"/>
                </a:tc>
              </a:tr>
              <a:tr h="85775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HU-004</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Sistema de filtros </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lnL cap="flat" cmpd="sng">
                      <a:solidFill>
                        <a:srgbClr val="000000"/>
                      </a:solidFill>
                      <a:prstDash val="solid"/>
                      <a:round/>
                      <a:headEnd len="sm" w="sm" type="none"/>
                      <a:tailEnd len="sm" w="sm" type="none"/>
                    </a:lnL>
                  </a:tcP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35" name="Google Shape;2435;g3a385751237_2_49"/>
          <p:cNvSpPr txBox="1"/>
          <p:nvPr/>
        </p:nvSpPr>
        <p:spPr>
          <a:xfrm>
            <a:off x="6782500" y="-102150"/>
            <a:ext cx="4250100" cy="7635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sp>
        <p:nvSpPr>
          <p:cNvPr id="2436" name="Google Shape;2436;g3a385751237_2_49"/>
          <p:cNvSpPr txBox="1"/>
          <p:nvPr/>
        </p:nvSpPr>
        <p:spPr>
          <a:xfrm>
            <a:off x="480650" y="1225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4</a:t>
            </a:r>
            <a:endParaRPr sz="3400">
              <a:solidFill>
                <a:schemeClr val="dk1"/>
              </a:solidFill>
            </a:endParaRPr>
          </a:p>
        </p:txBody>
      </p:sp>
      <p:pic>
        <p:nvPicPr>
          <p:cNvPr id="2437" name="Google Shape;2437;g3a385751237_2_49"/>
          <p:cNvPicPr preferRelativeResize="0"/>
          <p:nvPr/>
        </p:nvPicPr>
        <p:blipFill>
          <a:blip r:embed="rId3">
            <a:alphaModFix/>
          </a:blip>
          <a:stretch>
            <a:fillRect/>
          </a:stretch>
        </p:blipFill>
        <p:spPr>
          <a:xfrm>
            <a:off x="277625" y="4926950"/>
            <a:ext cx="5410200" cy="3162300"/>
          </a:xfrm>
          <a:prstGeom prst="rect">
            <a:avLst/>
          </a:prstGeom>
          <a:noFill/>
          <a:ln cap="flat" cmpd="sng" w="28575">
            <a:solidFill>
              <a:schemeClr val="dk1"/>
            </a:solidFill>
            <a:prstDash val="solid"/>
            <a:round/>
            <a:headEnd len="sm" w="sm" type="none"/>
            <a:tailEnd len="sm" w="sm" type="none"/>
          </a:ln>
        </p:spPr>
      </p:pic>
      <p:sp>
        <p:nvSpPr>
          <p:cNvPr id="2438" name="Google Shape;2438;g3a385751237_2_49"/>
          <p:cNvSpPr txBox="1"/>
          <p:nvPr/>
        </p:nvSpPr>
        <p:spPr>
          <a:xfrm>
            <a:off x="6569850" y="4746850"/>
            <a:ext cx="5597100" cy="313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Impediment Log</a:t>
            </a:r>
            <a:endParaRPr b="1" sz="1500">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sz="1500">
                <a:solidFill>
                  <a:schemeClr val="dk1"/>
                </a:solidFill>
                <a:latin typeface="Play"/>
                <a:ea typeface="Play"/>
                <a:cs typeface="Play"/>
                <a:sym typeface="Play"/>
              </a:rPr>
              <a:t>ID-004</a:t>
            </a:r>
            <a:endParaRPr b="1" sz="1500">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sz="1500">
                <a:solidFill>
                  <a:schemeClr val="dk1"/>
                </a:solidFill>
                <a:latin typeface="Play"/>
                <a:ea typeface="Play"/>
                <a:cs typeface="Play"/>
                <a:sym typeface="Play"/>
              </a:rPr>
              <a:t>Fecha:</a:t>
            </a:r>
            <a:r>
              <a:rPr lang="en-US" sz="1500">
                <a:solidFill>
                  <a:schemeClr val="dk1"/>
                </a:solidFill>
                <a:latin typeface="Play"/>
                <a:ea typeface="Play"/>
                <a:cs typeface="Play"/>
                <a:sym typeface="Play"/>
              </a:rPr>
              <a:t> 20/09/2025</a:t>
            </a:r>
            <a:br>
              <a:rPr lang="en-US" sz="1500">
                <a:solidFill>
                  <a:schemeClr val="dk1"/>
                </a:solidFill>
                <a:latin typeface="Play"/>
                <a:ea typeface="Play"/>
                <a:cs typeface="Play"/>
                <a:sym typeface="Play"/>
              </a:rPr>
            </a:br>
            <a:r>
              <a:rPr lang="en-US" sz="1500">
                <a:solidFill>
                  <a:schemeClr val="dk1"/>
                </a:solidFill>
                <a:latin typeface="Play"/>
                <a:ea typeface="Play"/>
                <a:cs typeface="Play"/>
                <a:sym typeface="Play"/>
              </a:rPr>
              <a:t> </a:t>
            </a:r>
            <a:r>
              <a:rPr b="1" lang="en-US" sz="1500">
                <a:solidFill>
                  <a:schemeClr val="dk1"/>
                </a:solidFill>
                <a:latin typeface="Play"/>
                <a:ea typeface="Play"/>
                <a:cs typeface="Play"/>
                <a:sym typeface="Play"/>
              </a:rPr>
              <a:t>Impedimento:</a:t>
            </a:r>
            <a:r>
              <a:rPr lang="en-US" sz="1500">
                <a:solidFill>
                  <a:schemeClr val="dk1"/>
                </a:solidFill>
                <a:latin typeface="Play"/>
                <a:ea typeface="Play"/>
                <a:cs typeface="Play"/>
                <a:sym typeface="Play"/>
              </a:rPr>
              <a:t> Filtros avanzados no aplicaban más de una categoría al mismo tiempo</a:t>
            </a:r>
            <a:br>
              <a:rPr lang="en-US" sz="1500">
                <a:solidFill>
                  <a:schemeClr val="dk1"/>
                </a:solidFill>
                <a:latin typeface="Play"/>
                <a:ea typeface="Play"/>
                <a:cs typeface="Play"/>
                <a:sym typeface="Play"/>
              </a:rPr>
            </a:br>
            <a:r>
              <a:rPr lang="en-US" sz="1500">
                <a:solidFill>
                  <a:schemeClr val="dk1"/>
                </a:solidFill>
                <a:latin typeface="Play"/>
                <a:ea typeface="Play"/>
                <a:cs typeface="Play"/>
                <a:sym typeface="Play"/>
              </a:rPr>
              <a:t> </a:t>
            </a:r>
            <a:r>
              <a:rPr b="1" lang="en-US" sz="1500">
                <a:solidFill>
                  <a:schemeClr val="dk1"/>
                </a:solidFill>
                <a:latin typeface="Play"/>
                <a:ea typeface="Play"/>
                <a:cs typeface="Play"/>
                <a:sym typeface="Play"/>
              </a:rPr>
              <a:t>Plan de acción:</a:t>
            </a:r>
            <a:r>
              <a:rPr lang="en-US" sz="1500">
                <a:solidFill>
                  <a:schemeClr val="dk1"/>
                </a:solidFill>
                <a:latin typeface="Play"/>
                <a:ea typeface="Play"/>
                <a:cs typeface="Play"/>
                <a:sym typeface="Play"/>
              </a:rPr>
              <a:t> Ajustar lógica de filtrado y normalizar parámetros enviados al backend</a:t>
            </a:r>
            <a:br>
              <a:rPr lang="en-US" sz="1500">
                <a:solidFill>
                  <a:schemeClr val="dk1"/>
                </a:solidFill>
                <a:latin typeface="Play"/>
                <a:ea typeface="Play"/>
                <a:cs typeface="Play"/>
                <a:sym typeface="Play"/>
              </a:rPr>
            </a:br>
            <a:r>
              <a:rPr lang="en-US" sz="1500">
                <a:solidFill>
                  <a:schemeClr val="dk1"/>
                </a:solidFill>
                <a:latin typeface="Play"/>
                <a:ea typeface="Play"/>
                <a:cs typeface="Play"/>
                <a:sym typeface="Play"/>
              </a:rPr>
              <a:t> </a:t>
            </a:r>
            <a:r>
              <a:rPr b="1" lang="en-US" sz="1500">
                <a:solidFill>
                  <a:schemeClr val="dk1"/>
                </a:solidFill>
                <a:latin typeface="Play"/>
                <a:ea typeface="Play"/>
                <a:cs typeface="Play"/>
                <a:sym typeface="Play"/>
              </a:rPr>
              <a:t>Responsable:</a:t>
            </a:r>
            <a:r>
              <a:rPr lang="en-US" sz="1500">
                <a:solidFill>
                  <a:schemeClr val="dk1"/>
                </a:solidFill>
                <a:latin typeface="Play"/>
                <a:ea typeface="Play"/>
                <a:cs typeface="Play"/>
                <a:sym typeface="Play"/>
              </a:rPr>
              <a:t> Diego Valenzuela</a:t>
            </a:r>
            <a:br>
              <a:rPr lang="en-US" sz="1500">
                <a:solidFill>
                  <a:schemeClr val="dk1"/>
                </a:solidFill>
                <a:latin typeface="Play"/>
                <a:ea typeface="Play"/>
                <a:cs typeface="Play"/>
                <a:sym typeface="Play"/>
              </a:rPr>
            </a:br>
            <a:r>
              <a:rPr lang="en-US" sz="1500">
                <a:solidFill>
                  <a:schemeClr val="dk1"/>
                </a:solidFill>
                <a:latin typeface="Play"/>
                <a:ea typeface="Play"/>
                <a:cs typeface="Play"/>
                <a:sym typeface="Play"/>
              </a:rPr>
              <a:t> </a:t>
            </a:r>
            <a:r>
              <a:rPr b="1" lang="en-US" sz="1500">
                <a:solidFill>
                  <a:schemeClr val="dk1"/>
                </a:solidFill>
                <a:latin typeface="Play"/>
                <a:ea typeface="Play"/>
                <a:cs typeface="Play"/>
                <a:sym typeface="Play"/>
              </a:rPr>
              <a:t>Comentario:</a:t>
            </a:r>
            <a:r>
              <a:rPr lang="en-US" sz="1500">
                <a:solidFill>
                  <a:schemeClr val="dk1"/>
                </a:solidFill>
                <a:latin typeface="Play"/>
                <a:ea typeface="Play"/>
                <a:cs typeface="Play"/>
                <a:sym typeface="Play"/>
              </a:rPr>
              <a:t> Se corrigió la función y ahora permite filtrar múltiples categorías.</a:t>
            </a:r>
            <a:endParaRPr sz="1500">
              <a:solidFill>
                <a:schemeClr val="dk1"/>
              </a:solidFill>
              <a:latin typeface="Play"/>
              <a:ea typeface="Play"/>
              <a:cs typeface="Play"/>
              <a:sym typeface="Play"/>
            </a:endParaRPr>
          </a:p>
        </p:txBody>
      </p:sp>
      <p:sp>
        <p:nvSpPr>
          <p:cNvPr id="2439" name="Google Shape;2439;g3a385751237_2_49"/>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3" name="Shape 2443"/>
        <p:cNvGrpSpPr/>
        <p:nvPr/>
      </p:nvGrpSpPr>
      <p:grpSpPr>
        <a:xfrm>
          <a:off x="0" y="0"/>
          <a:ext cx="0" cy="0"/>
          <a:chOff x="0" y="0"/>
          <a:chExt cx="0" cy="0"/>
        </a:xfrm>
      </p:grpSpPr>
      <p:sp>
        <p:nvSpPr>
          <p:cNvPr id="2444" name="Google Shape;2444;g3a385751237_2_52"/>
          <p:cNvSpPr txBox="1"/>
          <p:nvPr/>
        </p:nvSpPr>
        <p:spPr>
          <a:xfrm>
            <a:off x="454400" y="628125"/>
            <a:ext cx="3848100" cy="38349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a:solidFill>
                  <a:schemeClr val="dk1"/>
                </a:solidFill>
                <a:latin typeface="Play"/>
                <a:ea typeface="Play"/>
                <a:cs typeface="Play"/>
                <a:sym typeface="Play"/>
              </a:rPr>
              <a:t>Información General</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Fecha:20/10/2025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a:solidFill>
                  <a:schemeClr val="dk1"/>
                </a:solidFill>
                <a:latin typeface="Play"/>
                <a:ea typeface="Play"/>
                <a:cs typeface="Play"/>
                <a:sym typeface="Play"/>
              </a:rPr>
              <a:t>Objetivos del Sprint</a:t>
            </a:r>
            <a:endParaRPr>
              <a:solidFill>
                <a:schemeClr val="dk1"/>
              </a:solidFill>
              <a:latin typeface="Play"/>
              <a:ea typeface="Play"/>
              <a:cs typeface="Play"/>
              <a:sym typeface="Play"/>
            </a:endParaRPr>
          </a:p>
          <a:p>
            <a:pPr indent="0" lvl="0" marL="0" rtl="0" algn="l">
              <a:lnSpc>
                <a:spcPct val="115000"/>
              </a:lnSpc>
              <a:spcBef>
                <a:spcPts val="1800"/>
              </a:spcBef>
              <a:spcAft>
                <a:spcPts val="0"/>
              </a:spcAft>
              <a:buNone/>
            </a:pPr>
            <a:r>
              <a:rPr lang="en-US">
                <a:solidFill>
                  <a:schemeClr val="dk1"/>
                </a:solidFill>
                <a:latin typeface="Play"/>
                <a:ea typeface="Play"/>
                <a:cs typeface="Play"/>
                <a:sym typeface="Play"/>
              </a:rPr>
              <a:t>Integrar APIs de navegación (Waze, Google Maps, Uber).</a:t>
            </a:r>
            <a:endParaRPr>
              <a:solidFill>
                <a:schemeClr val="dk1"/>
              </a:solidFill>
              <a:latin typeface="Play"/>
              <a:ea typeface="Play"/>
              <a:cs typeface="Play"/>
              <a:sym typeface="Play"/>
            </a:endParaRPr>
          </a:p>
          <a:p>
            <a:pPr indent="0" lvl="0" marL="0" rtl="0" algn="l">
              <a:lnSpc>
                <a:spcPct val="115000"/>
              </a:lnSpc>
              <a:spcBef>
                <a:spcPts val="1800"/>
              </a:spcBef>
              <a:spcAft>
                <a:spcPts val="400"/>
              </a:spcAft>
              <a:buNone/>
            </a:pPr>
            <a:r>
              <a:rPr lang="en-US">
                <a:solidFill>
                  <a:schemeClr val="dk1"/>
                </a:solidFill>
                <a:latin typeface="Play"/>
                <a:ea typeface="Play"/>
                <a:cs typeface="Play"/>
                <a:sym typeface="Play"/>
              </a:rPr>
              <a:t>Agregar modal de navegación en interfaz.</a:t>
            </a:r>
            <a:endParaRPr>
              <a:solidFill>
                <a:schemeClr val="dk1"/>
              </a:solidFill>
              <a:latin typeface="Play"/>
              <a:ea typeface="Play"/>
              <a:cs typeface="Play"/>
              <a:sym typeface="Play"/>
            </a:endParaRPr>
          </a:p>
        </p:txBody>
      </p:sp>
      <p:graphicFrame>
        <p:nvGraphicFramePr>
          <p:cNvPr id="2445" name="Google Shape;2445;g3a385751237_2_52"/>
          <p:cNvGraphicFramePr/>
          <p:nvPr/>
        </p:nvGraphicFramePr>
        <p:xfrm>
          <a:off x="5805175" y="897600"/>
          <a:ext cx="3000000" cy="3000000"/>
        </p:xfrm>
        <a:graphic>
          <a:graphicData uri="http://schemas.openxmlformats.org/drawingml/2006/table">
            <a:tbl>
              <a:tblPr bandRow="1">
                <a:noFill/>
                <a:tableStyleId>{AAEE0967-036B-4C04-A855-FDE9F875AABE}</a:tableStyleId>
              </a:tblPr>
              <a:tblGrid>
                <a:gridCol w="1077525"/>
                <a:gridCol w="3448025"/>
                <a:gridCol w="1407950"/>
                <a:gridCol w="1048775"/>
              </a:tblGrid>
              <a:tr h="827075">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ID</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 de Usuario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Estado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Nota</a:t>
                      </a:r>
                      <a:endParaRPr b="1" sz="1800">
                        <a:solidFill>
                          <a:schemeClr val="dk1"/>
                        </a:solidFill>
                        <a:latin typeface="Play"/>
                        <a:ea typeface="Play"/>
                        <a:cs typeface="Play"/>
                        <a:sym typeface="Play"/>
                      </a:endParaRPr>
                    </a:p>
                  </a:txBody>
                  <a:tcPr marT="9525" marB="9525" marR="9525" marL="9525" anchor="ctr"/>
                </a:tc>
              </a:tr>
              <a:tr h="725275">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HU-009-1</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Integración APIs navegación</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r h="725275">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HU-009-2</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Modal de navegación multi-app</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46" name="Google Shape;2446;g3a385751237_2_52"/>
          <p:cNvSpPr txBox="1"/>
          <p:nvPr/>
        </p:nvSpPr>
        <p:spPr>
          <a:xfrm>
            <a:off x="6144925" y="-239075"/>
            <a:ext cx="5410200" cy="15837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pic>
        <p:nvPicPr>
          <p:cNvPr id="2447" name="Google Shape;2447;g3a385751237_2_52"/>
          <p:cNvPicPr preferRelativeResize="0"/>
          <p:nvPr/>
        </p:nvPicPr>
        <p:blipFill>
          <a:blip r:embed="rId3">
            <a:alphaModFix/>
          </a:blip>
          <a:stretch>
            <a:fillRect/>
          </a:stretch>
        </p:blipFill>
        <p:spPr>
          <a:xfrm>
            <a:off x="533475" y="5067300"/>
            <a:ext cx="5410200" cy="3162300"/>
          </a:xfrm>
          <a:prstGeom prst="rect">
            <a:avLst/>
          </a:prstGeom>
          <a:noFill/>
          <a:ln cap="flat" cmpd="sng" w="28575">
            <a:solidFill>
              <a:schemeClr val="dk1"/>
            </a:solidFill>
            <a:prstDash val="solid"/>
            <a:round/>
            <a:headEnd len="sm" w="sm" type="none"/>
            <a:tailEnd len="sm" w="sm" type="none"/>
          </a:ln>
        </p:spPr>
      </p:pic>
      <p:sp>
        <p:nvSpPr>
          <p:cNvPr id="2448" name="Google Shape;2448;g3a385751237_2_52"/>
          <p:cNvSpPr txBox="1"/>
          <p:nvPr/>
        </p:nvSpPr>
        <p:spPr>
          <a:xfrm>
            <a:off x="6882700" y="4917075"/>
            <a:ext cx="5301600" cy="321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Impediment Log</a:t>
            </a:r>
            <a:endParaRPr b="1">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ID-005</a:t>
            </a:r>
            <a:endParaRPr b="1">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a:solidFill>
                  <a:schemeClr val="dk1"/>
                </a:solidFill>
                <a:latin typeface="Play"/>
                <a:ea typeface="Play"/>
                <a:cs typeface="Play"/>
                <a:sym typeface="Play"/>
              </a:rPr>
              <a:t>Fecha:</a:t>
            </a:r>
            <a:r>
              <a:rPr lang="en-US">
                <a:solidFill>
                  <a:schemeClr val="dk1"/>
                </a:solidFill>
                <a:latin typeface="Play"/>
                <a:ea typeface="Play"/>
                <a:cs typeface="Play"/>
                <a:sym typeface="Play"/>
              </a:rPr>
              <a:t> 25/09/2025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Impedimento:</a:t>
            </a:r>
            <a:r>
              <a:rPr lang="en-US">
                <a:solidFill>
                  <a:schemeClr val="dk1"/>
                </a:solidFill>
                <a:latin typeface="Play"/>
                <a:ea typeface="Play"/>
                <a:cs typeface="Play"/>
                <a:sym typeface="Play"/>
              </a:rPr>
              <a:t> Dificultades de coordinación y disponibilidad del equipo, lo que afectó la organización y el avance inicial del proyecto</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Plan de acción:</a:t>
            </a:r>
            <a:r>
              <a:rPr lang="en-US">
                <a:solidFill>
                  <a:schemeClr val="dk1"/>
                </a:solidFill>
                <a:latin typeface="Play"/>
                <a:ea typeface="Play"/>
                <a:cs typeface="Play"/>
                <a:sym typeface="Play"/>
              </a:rPr>
              <a:t> Establecer reuniones semanales fijas, definir roles claros y acordar un calendario de trabajo compartido</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Responsable:</a:t>
            </a:r>
            <a:r>
              <a:rPr lang="en-US">
                <a:solidFill>
                  <a:schemeClr val="dk1"/>
                </a:solidFill>
                <a:latin typeface="Play"/>
                <a:ea typeface="Play"/>
                <a:cs typeface="Play"/>
                <a:sym typeface="Play"/>
              </a:rPr>
              <a:t> Equipo completo</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Comentario:</a:t>
            </a:r>
            <a:r>
              <a:rPr lang="en-US">
                <a:solidFill>
                  <a:schemeClr val="dk1"/>
                </a:solidFill>
                <a:latin typeface="Play"/>
                <a:ea typeface="Play"/>
                <a:cs typeface="Play"/>
                <a:sym typeface="Play"/>
              </a:rPr>
              <a:t> La organización mejoró tras establecer horarios definidos y reforzar la comunicación interna</a:t>
            </a:r>
            <a:endParaRPr>
              <a:solidFill>
                <a:schemeClr val="dk1"/>
              </a:solidFill>
              <a:latin typeface="Play"/>
              <a:ea typeface="Play"/>
              <a:cs typeface="Play"/>
              <a:sym typeface="Play"/>
            </a:endParaRPr>
          </a:p>
        </p:txBody>
      </p:sp>
      <p:sp>
        <p:nvSpPr>
          <p:cNvPr id="2449" name="Google Shape;2449;g3a385751237_2_52"/>
          <p:cNvSpPr txBox="1"/>
          <p:nvPr/>
        </p:nvSpPr>
        <p:spPr>
          <a:xfrm>
            <a:off x="533475" y="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5</a:t>
            </a:r>
            <a:endParaRPr sz="3200">
              <a:solidFill>
                <a:schemeClr val="dk1"/>
              </a:solidFill>
            </a:endParaRPr>
          </a:p>
        </p:txBody>
      </p:sp>
      <p:sp>
        <p:nvSpPr>
          <p:cNvPr id="2450" name="Google Shape;2450;g3a385751237_2_52"/>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4" name="Shape 2454"/>
        <p:cNvGrpSpPr/>
        <p:nvPr/>
      </p:nvGrpSpPr>
      <p:grpSpPr>
        <a:xfrm>
          <a:off x="0" y="0"/>
          <a:ext cx="0" cy="0"/>
          <a:chOff x="0" y="0"/>
          <a:chExt cx="0" cy="0"/>
        </a:xfrm>
      </p:grpSpPr>
      <p:sp>
        <p:nvSpPr>
          <p:cNvPr id="2455" name="Google Shape;2455;g3a385751237_2_55"/>
          <p:cNvSpPr txBox="1"/>
          <p:nvPr/>
        </p:nvSpPr>
        <p:spPr>
          <a:xfrm>
            <a:off x="554550" y="777350"/>
            <a:ext cx="4041000" cy="37317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6</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  03/11/2025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sz="20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88900" lvl="0" marL="0" rtl="0" algn="l">
              <a:lnSpc>
                <a:spcPct val="115833"/>
              </a:lnSpc>
              <a:spcBef>
                <a:spcPts val="1800"/>
              </a:spcBef>
              <a:spcAft>
                <a:spcPts val="0"/>
              </a:spcAft>
              <a:buClr>
                <a:schemeClr val="dk1"/>
              </a:buClr>
              <a:buSzPts val="1400"/>
              <a:buFont typeface="Noto Sans Symbols"/>
              <a:buChar char="●"/>
            </a:pPr>
            <a:r>
              <a:rPr lang="en-US">
                <a:solidFill>
                  <a:schemeClr val="dk1"/>
                </a:solidFill>
                <a:latin typeface="Play"/>
                <a:ea typeface="Play"/>
                <a:cs typeface="Play"/>
                <a:sym typeface="Play"/>
              </a:rPr>
              <a:t>Crear panel de administración completo.</a:t>
            </a:r>
            <a:endParaRPr>
              <a:solidFill>
                <a:schemeClr val="dk1"/>
              </a:solidFill>
              <a:latin typeface="Play"/>
              <a:ea typeface="Play"/>
              <a:cs typeface="Play"/>
              <a:sym typeface="Play"/>
            </a:endParaRPr>
          </a:p>
          <a:p>
            <a:pPr indent="-88900" lvl="0" marL="0" rtl="0" algn="l">
              <a:lnSpc>
                <a:spcPct val="115833"/>
              </a:lnSpc>
              <a:spcBef>
                <a:spcPts val="1800"/>
              </a:spcBef>
              <a:spcAft>
                <a:spcPts val="400"/>
              </a:spcAft>
              <a:buClr>
                <a:schemeClr val="dk1"/>
              </a:buClr>
              <a:buSzPts val="1400"/>
              <a:buFont typeface="Noto Sans Symbols"/>
              <a:buChar char="●"/>
            </a:pPr>
            <a:r>
              <a:rPr lang="en-US">
                <a:solidFill>
                  <a:schemeClr val="dk1"/>
                </a:solidFill>
                <a:latin typeface="Play"/>
                <a:ea typeface="Play"/>
                <a:cs typeface="Play"/>
                <a:sym typeface="Play"/>
              </a:rPr>
              <a:t>Integrar dashboard de métricas.</a:t>
            </a:r>
            <a:endParaRPr>
              <a:solidFill>
                <a:schemeClr val="dk1"/>
              </a:solidFill>
              <a:latin typeface="Play"/>
              <a:ea typeface="Play"/>
              <a:cs typeface="Play"/>
              <a:sym typeface="Play"/>
            </a:endParaRPr>
          </a:p>
        </p:txBody>
      </p:sp>
      <p:graphicFrame>
        <p:nvGraphicFramePr>
          <p:cNvPr id="2456" name="Google Shape;2456;g3a385751237_2_55"/>
          <p:cNvGraphicFramePr/>
          <p:nvPr/>
        </p:nvGraphicFramePr>
        <p:xfrm>
          <a:off x="5237525" y="845875"/>
          <a:ext cx="3000000" cy="3000000"/>
        </p:xfrm>
        <a:graphic>
          <a:graphicData uri="http://schemas.openxmlformats.org/drawingml/2006/table">
            <a:tbl>
              <a:tblPr bandRow="1">
                <a:noFill/>
                <a:tableStyleId>{AAEE0967-036B-4C04-A855-FDE9F875AABE}</a:tableStyleId>
              </a:tblPr>
              <a:tblGrid>
                <a:gridCol w="1225850"/>
                <a:gridCol w="3911325"/>
                <a:gridCol w="1503200"/>
                <a:gridCol w="1104375"/>
              </a:tblGrid>
              <a:tr h="627375">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ID</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 de Usuario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Estado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Nota</a:t>
                      </a:r>
                      <a:endParaRPr b="1" sz="1800">
                        <a:solidFill>
                          <a:schemeClr val="dk1"/>
                        </a:solidFill>
                        <a:latin typeface="Play"/>
                        <a:ea typeface="Play"/>
                        <a:cs typeface="Play"/>
                        <a:sym typeface="Play"/>
                      </a:endParaRPr>
                    </a:p>
                  </a:txBody>
                  <a:tcPr marT="9525" marB="9525" marR="9525" marL="9525" anchor="ctr"/>
                </a:tc>
              </a:tr>
              <a:tr h="80110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HU-010</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Servicio de analíticas completo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57" name="Google Shape;2457;g3a385751237_2_55"/>
          <p:cNvSpPr txBox="1"/>
          <p:nvPr/>
        </p:nvSpPr>
        <p:spPr>
          <a:xfrm>
            <a:off x="6134075" y="-238575"/>
            <a:ext cx="5823300" cy="18213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lt1"/>
                </a:solidFill>
                <a:latin typeface="Play"/>
                <a:ea typeface="Play"/>
                <a:cs typeface="Play"/>
                <a:sym typeface="Play"/>
              </a:rPr>
              <a:t>Hist</a:t>
            </a:r>
            <a:r>
              <a:rPr b="1" lang="en-US" sz="1800">
                <a:solidFill>
                  <a:schemeClr val="dk1"/>
                </a:solidFill>
                <a:latin typeface="Play"/>
                <a:ea typeface="Play"/>
                <a:cs typeface="Play"/>
                <a:sym typeface="Play"/>
              </a:rPr>
              <a:t>Historias de Usuario Completadas</a:t>
            </a:r>
            <a:r>
              <a:rPr b="1" lang="en-US" sz="1800">
                <a:solidFill>
                  <a:schemeClr val="lt1"/>
                </a:solidFill>
                <a:latin typeface="Play"/>
                <a:ea typeface="Play"/>
                <a:cs typeface="Play"/>
                <a:sym typeface="Play"/>
              </a:rPr>
              <a:t>orias de Usuario Completadas</a:t>
            </a:r>
            <a:endParaRPr sz="1800">
              <a:solidFill>
                <a:schemeClr val="lt1"/>
              </a:solidFill>
              <a:latin typeface="Play"/>
              <a:ea typeface="Play"/>
              <a:cs typeface="Play"/>
              <a:sym typeface="Play"/>
            </a:endParaRPr>
          </a:p>
        </p:txBody>
      </p:sp>
      <p:pic>
        <p:nvPicPr>
          <p:cNvPr id="2458" name="Google Shape;2458;g3a385751237_2_55"/>
          <p:cNvPicPr preferRelativeResize="0"/>
          <p:nvPr/>
        </p:nvPicPr>
        <p:blipFill>
          <a:blip r:embed="rId3">
            <a:alphaModFix/>
          </a:blip>
          <a:stretch>
            <a:fillRect/>
          </a:stretch>
        </p:blipFill>
        <p:spPr>
          <a:xfrm>
            <a:off x="360950" y="4890200"/>
            <a:ext cx="5410200" cy="3162300"/>
          </a:xfrm>
          <a:prstGeom prst="rect">
            <a:avLst/>
          </a:prstGeom>
          <a:noFill/>
          <a:ln cap="flat" cmpd="sng" w="28575">
            <a:solidFill>
              <a:schemeClr val="dk1"/>
            </a:solidFill>
            <a:prstDash val="solid"/>
            <a:round/>
            <a:headEnd len="sm" w="sm" type="none"/>
            <a:tailEnd len="sm" w="sm" type="none"/>
          </a:ln>
        </p:spPr>
      </p:pic>
      <p:sp>
        <p:nvSpPr>
          <p:cNvPr id="2459" name="Google Shape;2459;g3a385751237_2_55"/>
          <p:cNvSpPr txBox="1"/>
          <p:nvPr/>
        </p:nvSpPr>
        <p:spPr>
          <a:xfrm>
            <a:off x="6661150" y="4989350"/>
            <a:ext cx="4897500" cy="296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Impediment Log</a:t>
            </a:r>
            <a:endParaRPr b="1">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ID-006</a:t>
            </a:r>
            <a:endParaRPr b="1">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a:solidFill>
                  <a:schemeClr val="dk1"/>
                </a:solidFill>
                <a:latin typeface="Play"/>
                <a:ea typeface="Play"/>
                <a:cs typeface="Play"/>
                <a:sym typeface="Play"/>
              </a:rPr>
              <a:t>Fecha:</a:t>
            </a:r>
            <a:r>
              <a:rPr lang="en-US">
                <a:solidFill>
                  <a:schemeClr val="dk1"/>
                </a:solidFill>
                <a:latin typeface="Play"/>
                <a:ea typeface="Play"/>
                <a:cs typeface="Play"/>
                <a:sym typeface="Play"/>
              </a:rPr>
              <a:t> 05/10/2025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Impedimento:</a:t>
            </a:r>
            <a:r>
              <a:rPr lang="en-US">
                <a:solidFill>
                  <a:schemeClr val="dk1"/>
                </a:solidFill>
                <a:latin typeface="Play"/>
                <a:ea typeface="Play"/>
                <a:cs typeface="Play"/>
                <a:sym typeface="Play"/>
              </a:rPr>
              <a:t> Carga lenta del panel administrador por múltiples consultas simultáneas</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Plan de acción:</a:t>
            </a:r>
            <a:r>
              <a:rPr lang="en-US">
                <a:solidFill>
                  <a:schemeClr val="dk1"/>
                </a:solidFill>
                <a:latin typeface="Play"/>
                <a:ea typeface="Play"/>
                <a:cs typeface="Play"/>
                <a:sym typeface="Play"/>
              </a:rPr>
              <a:t> Implementar paginación, optimizar endpoints y mejorar índices en BD</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Responsable:</a:t>
            </a:r>
            <a:r>
              <a:rPr lang="en-US">
                <a:solidFill>
                  <a:schemeClr val="dk1"/>
                </a:solidFill>
                <a:latin typeface="Play"/>
                <a:ea typeface="Play"/>
                <a:cs typeface="Play"/>
                <a:sym typeface="Play"/>
              </a:rPr>
              <a:t> Diego Valenzuela</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Comentario:</a:t>
            </a:r>
            <a:r>
              <a:rPr lang="en-US">
                <a:solidFill>
                  <a:schemeClr val="dk1"/>
                </a:solidFill>
                <a:latin typeface="Play"/>
                <a:ea typeface="Play"/>
                <a:cs typeface="Play"/>
                <a:sym typeface="Play"/>
              </a:rPr>
              <a:t> El panel ahora carga más rápido gracias a la optimización realizada.</a:t>
            </a:r>
            <a:endParaRPr>
              <a:solidFill>
                <a:schemeClr val="dk1"/>
              </a:solidFill>
              <a:latin typeface="Play"/>
              <a:ea typeface="Play"/>
              <a:cs typeface="Play"/>
              <a:sym typeface="Play"/>
            </a:endParaRPr>
          </a:p>
        </p:txBody>
      </p:sp>
      <p:sp>
        <p:nvSpPr>
          <p:cNvPr id="2460" name="Google Shape;2460;g3a385751237_2_55"/>
          <p:cNvSpPr txBox="1"/>
          <p:nvPr/>
        </p:nvSpPr>
        <p:spPr>
          <a:xfrm>
            <a:off x="554550" y="15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6</a:t>
            </a:r>
            <a:endParaRPr sz="3200">
              <a:solidFill>
                <a:schemeClr val="dk1"/>
              </a:solidFill>
            </a:endParaRPr>
          </a:p>
        </p:txBody>
      </p:sp>
      <p:sp>
        <p:nvSpPr>
          <p:cNvPr id="2461" name="Google Shape;2461;g3a385751237_2_55"/>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462" name="Google Shape;2462;g3a385751237_2_55"/>
          <p:cNvGraphicFramePr/>
          <p:nvPr/>
        </p:nvGraphicFramePr>
        <p:xfrm>
          <a:off x="5237525" y="2006425"/>
          <a:ext cx="3000000" cy="3000000"/>
        </p:xfrm>
        <a:graphic>
          <a:graphicData uri="http://schemas.openxmlformats.org/drawingml/2006/table">
            <a:tbl>
              <a:tblPr bandRow="1">
                <a:noFill/>
                <a:tableStyleId>{AAEE0967-036B-4C04-A855-FDE9F875AABE}</a:tableStyleId>
              </a:tblPr>
              <a:tblGrid>
                <a:gridCol w="1225850"/>
                <a:gridCol w="3911325"/>
                <a:gridCol w="1503200"/>
                <a:gridCol w="1104375"/>
              </a:tblGrid>
              <a:tr h="80110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HU-005</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Panel Administrativo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6" name="Shape 2466"/>
        <p:cNvGrpSpPr/>
        <p:nvPr/>
      </p:nvGrpSpPr>
      <p:grpSpPr>
        <a:xfrm>
          <a:off x="0" y="0"/>
          <a:ext cx="0" cy="0"/>
          <a:chOff x="0" y="0"/>
          <a:chExt cx="0" cy="0"/>
        </a:xfrm>
      </p:grpSpPr>
      <p:sp>
        <p:nvSpPr>
          <p:cNvPr id="2467" name="Google Shape;2467;g3a385751237_2_58"/>
          <p:cNvSpPr txBox="1"/>
          <p:nvPr/>
        </p:nvSpPr>
        <p:spPr>
          <a:xfrm>
            <a:off x="364925" y="931175"/>
            <a:ext cx="5106000" cy="34821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Información General</a:t>
            </a:r>
            <a:br>
              <a:rPr lang="en-US" sz="2000">
                <a:solidFill>
                  <a:schemeClr val="dk1"/>
                </a:solidFill>
                <a:latin typeface="Play"/>
                <a:ea typeface="Play"/>
                <a:cs typeface="Play"/>
                <a:sym typeface="Play"/>
              </a:rPr>
            </a:br>
            <a:r>
              <a:rPr lang="en-US">
                <a:solidFill>
                  <a:schemeClr val="dk1"/>
                </a:solidFill>
                <a:latin typeface="Play"/>
                <a:ea typeface="Play"/>
                <a:cs typeface="Play"/>
                <a:sym typeface="Play"/>
              </a:rPr>
              <a:t>Proyecto: EventRadar</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Sprint N°: 7</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Fecha: 17/11/2025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Scrum Máster: Iván Díaz</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Product Owner: Diego Valenzuela </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Equipo de Desarrollo: Iván Díaz, Alejandro Troncoso</a:t>
            </a:r>
            <a:endParaRPr sz="2000">
              <a:solidFill>
                <a:schemeClr val="dk1"/>
              </a:solidFill>
              <a:latin typeface="Play"/>
              <a:ea typeface="Play"/>
              <a:cs typeface="Play"/>
              <a:sym typeface="Play"/>
            </a:endParaRPr>
          </a:p>
          <a:p>
            <a:pPr indent="0" lvl="0" marL="0" rtl="0" algn="l">
              <a:lnSpc>
                <a:spcPct val="115833"/>
              </a:lnSpc>
              <a:spcBef>
                <a:spcPts val="1800"/>
              </a:spcBef>
              <a:spcAft>
                <a:spcPts val="0"/>
              </a:spcAft>
              <a:buNone/>
            </a:pPr>
            <a:r>
              <a:rPr b="1" lang="en-US" sz="1800">
                <a:solidFill>
                  <a:schemeClr val="dk1"/>
                </a:solidFill>
                <a:latin typeface="Play"/>
                <a:ea typeface="Play"/>
                <a:cs typeface="Play"/>
                <a:sym typeface="Play"/>
              </a:rPr>
              <a:t>Objetivos del Sprint</a:t>
            </a:r>
            <a:endParaRPr sz="1800">
              <a:solidFill>
                <a:schemeClr val="dk1"/>
              </a:solidFill>
              <a:latin typeface="Play"/>
              <a:ea typeface="Play"/>
              <a:cs typeface="Play"/>
              <a:sym typeface="Play"/>
            </a:endParaRPr>
          </a:p>
          <a:p>
            <a:pPr indent="-88900" lvl="0" marL="0" rtl="0" algn="l">
              <a:lnSpc>
                <a:spcPct val="115833"/>
              </a:lnSpc>
              <a:spcBef>
                <a:spcPts val="1800"/>
              </a:spcBef>
              <a:spcAft>
                <a:spcPts val="0"/>
              </a:spcAft>
              <a:buClr>
                <a:schemeClr val="dk1"/>
              </a:buClr>
              <a:buSzPts val="1400"/>
              <a:buFont typeface="Noto Sans Symbols"/>
              <a:buChar char="●"/>
            </a:pPr>
            <a:r>
              <a:rPr lang="en-US">
                <a:solidFill>
                  <a:schemeClr val="dk1"/>
                </a:solidFill>
                <a:latin typeface="Play"/>
                <a:ea typeface="Play"/>
                <a:cs typeface="Play"/>
                <a:sym typeface="Play"/>
              </a:rPr>
              <a:t>Integrar Machine Learning y Chatbot IA (Gemini).</a:t>
            </a:r>
            <a:endParaRPr>
              <a:solidFill>
                <a:schemeClr val="dk1"/>
              </a:solidFill>
              <a:latin typeface="Play"/>
              <a:ea typeface="Play"/>
              <a:cs typeface="Play"/>
              <a:sym typeface="Play"/>
            </a:endParaRPr>
          </a:p>
          <a:p>
            <a:pPr indent="-88900" lvl="0" marL="0" rtl="0" algn="l">
              <a:lnSpc>
                <a:spcPct val="115833"/>
              </a:lnSpc>
              <a:spcBef>
                <a:spcPts val="1800"/>
              </a:spcBef>
              <a:spcAft>
                <a:spcPts val="400"/>
              </a:spcAft>
              <a:buClr>
                <a:schemeClr val="dk1"/>
              </a:buClr>
              <a:buSzPts val="1400"/>
              <a:buFont typeface="Noto Sans Symbols"/>
              <a:buChar char="●"/>
            </a:pPr>
            <a:r>
              <a:rPr lang="en-US">
                <a:solidFill>
                  <a:schemeClr val="dk1"/>
                </a:solidFill>
                <a:latin typeface="Play"/>
                <a:ea typeface="Play"/>
                <a:cs typeface="Play"/>
                <a:sym typeface="Play"/>
              </a:rPr>
              <a:t>Implementar servicios inteligentes y retargeting.</a:t>
            </a:r>
            <a:endParaRPr>
              <a:solidFill>
                <a:schemeClr val="dk1"/>
              </a:solidFill>
              <a:latin typeface="Play"/>
              <a:ea typeface="Play"/>
              <a:cs typeface="Play"/>
              <a:sym typeface="Play"/>
            </a:endParaRPr>
          </a:p>
        </p:txBody>
      </p:sp>
      <p:graphicFrame>
        <p:nvGraphicFramePr>
          <p:cNvPr id="2468" name="Google Shape;2468;g3a385751237_2_58"/>
          <p:cNvGraphicFramePr/>
          <p:nvPr/>
        </p:nvGraphicFramePr>
        <p:xfrm>
          <a:off x="5677925" y="941201"/>
          <a:ext cx="3000000" cy="3000000"/>
        </p:xfrm>
        <a:graphic>
          <a:graphicData uri="http://schemas.openxmlformats.org/drawingml/2006/table">
            <a:tbl>
              <a:tblPr bandRow="1">
                <a:noFill/>
                <a:tableStyleId>{AAEE0967-036B-4C04-A855-FDE9F875AABE}</a:tableStyleId>
              </a:tblPr>
              <a:tblGrid>
                <a:gridCol w="882025"/>
                <a:gridCol w="2998900"/>
                <a:gridCol w="1152525"/>
                <a:gridCol w="858500"/>
              </a:tblGrid>
              <a:tr h="631725">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ID</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 de Usuario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Estado</a:t>
                      </a:r>
                      <a:endParaRPr b="1" sz="1800">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Nota</a:t>
                      </a:r>
                      <a:endParaRPr b="1" sz="1800">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HU-008</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Sistema de recomendaciones ML</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HU-008-2</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Chatbot con IA (Gemini)</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r h="12700">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HU-008-3</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Servicios IA adicionales</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Completado</a:t>
                      </a:r>
                      <a:endParaRPr>
                        <a:solidFill>
                          <a:schemeClr val="dk1"/>
                        </a:solidFill>
                        <a:latin typeface="Play"/>
                        <a:ea typeface="Play"/>
                        <a:cs typeface="Play"/>
                        <a:sym typeface="Play"/>
                      </a:endParaRPr>
                    </a:p>
                  </a:txBody>
                  <a:tcPr marT="9525" marB="9525" marR="9525" marL="9525" anchor="ctr"/>
                </a:tc>
                <a:tc>
                  <a:txBody>
                    <a:bodyPr/>
                    <a:lstStyle/>
                    <a:p>
                      <a:pPr indent="0" lvl="0" marL="0" rtl="0" algn="l">
                        <a:lnSpc>
                          <a:spcPct val="115833"/>
                        </a:lnSpc>
                        <a:spcBef>
                          <a:spcPts val="1800"/>
                        </a:spcBef>
                        <a:spcAft>
                          <a:spcPts val="400"/>
                        </a:spcAft>
                        <a:buNone/>
                      </a:pPr>
                      <a:r>
                        <a:rPr lang="en-US">
                          <a:solidFill>
                            <a:schemeClr val="dk1"/>
                          </a:solidFill>
                          <a:latin typeface="Play"/>
                          <a:ea typeface="Play"/>
                          <a:cs typeface="Play"/>
                          <a:sym typeface="Play"/>
                        </a:rPr>
                        <a:t>—</a:t>
                      </a:r>
                      <a:endParaRPr>
                        <a:solidFill>
                          <a:schemeClr val="dk1"/>
                        </a:solidFill>
                        <a:latin typeface="Play"/>
                        <a:ea typeface="Play"/>
                        <a:cs typeface="Play"/>
                        <a:sym typeface="Play"/>
                      </a:endParaRPr>
                    </a:p>
                  </a:txBody>
                  <a:tcPr marT="9525" marB="9525" marR="9525" marL="9525" anchor="ctr"/>
                </a:tc>
              </a:tr>
            </a:tbl>
          </a:graphicData>
        </a:graphic>
      </p:graphicFrame>
      <p:sp>
        <p:nvSpPr>
          <p:cNvPr id="2469" name="Google Shape;2469;g3a385751237_2_58"/>
          <p:cNvSpPr txBox="1"/>
          <p:nvPr/>
        </p:nvSpPr>
        <p:spPr>
          <a:xfrm>
            <a:off x="6070900" y="31350"/>
            <a:ext cx="5106000" cy="953100"/>
          </a:xfrm>
          <a:prstGeom prst="rect">
            <a:avLst/>
          </a:prstGeom>
          <a:noFill/>
          <a:ln>
            <a:noFill/>
          </a:ln>
        </p:spPr>
        <p:txBody>
          <a:bodyPr anchorCtr="0" anchor="ctr" bIns="91425" lIns="91425" spcFirstLastPara="1" rIns="91425" wrap="square" tIns="91425">
            <a:noAutofit/>
          </a:bodyPr>
          <a:lstStyle/>
          <a:p>
            <a:pPr indent="0" lvl="0" marL="0" rtl="0" algn="l">
              <a:lnSpc>
                <a:spcPct val="115833"/>
              </a:lnSpc>
              <a:spcBef>
                <a:spcPts val="1800"/>
              </a:spcBef>
              <a:spcAft>
                <a:spcPts val="400"/>
              </a:spcAft>
              <a:buNone/>
            </a:pPr>
            <a:r>
              <a:rPr b="1" lang="en-US" sz="1800">
                <a:solidFill>
                  <a:schemeClr val="dk1"/>
                </a:solidFill>
                <a:latin typeface="Play"/>
                <a:ea typeface="Play"/>
                <a:cs typeface="Play"/>
                <a:sym typeface="Play"/>
              </a:rPr>
              <a:t>Historias de Usuario Completadas</a:t>
            </a:r>
            <a:endParaRPr sz="1800">
              <a:solidFill>
                <a:schemeClr val="dk1"/>
              </a:solidFill>
              <a:latin typeface="Play"/>
              <a:ea typeface="Play"/>
              <a:cs typeface="Play"/>
              <a:sym typeface="Play"/>
            </a:endParaRPr>
          </a:p>
        </p:txBody>
      </p:sp>
      <p:pic>
        <p:nvPicPr>
          <p:cNvPr id="2470" name="Google Shape;2470;g3a385751237_2_58"/>
          <p:cNvPicPr preferRelativeResize="0"/>
          <p:nvPr/>
        </p:nvPicPr>
        <p:blipFill>
          <a:blip r:embed="rId3">
            <a:alphaModFix/>
          </a:blip>
          <a:stretch>
            <a:fillRect/>
          </a:stretch>
        </p:blipFill>
        <p:spPr>
          <a:xfrm>
            <a:off x="0" y="5067300"/>
            <a:ext cx="5410200" cy="3162300"/>
          </a:xfrm>
          <a:prstGeom prst="rect">
            <a:avLst/>
          </a:prstGeom>
          <a:noFill/>
          <a:ln cap="flat" cmpd="sng" w="28575">
            <a:solidFill>
              <a:schemeClr val="dk1"/>
            </a:solidFill>
            <a:prstDash val="solid"/>
            <a:round/>
            <a:headEnd len="sm" w="sm" type="none"/>
            <a:tailEnd len="sm" w="sm" type="none"/>
          </a:ln>
        </p:spPr>
      </p:pic>
      <p:sp>
        <p:nvSpPr>
          <p:cNvPr id="2471" name="Google Shape;2471;g3a385751237_2_58"/>
          <p:cNvSpPr txBox="1"/>
          <p:nvPr/>
        </p:nvSpPr>
        <p:spPr>
          <a:xfrm>
            <a:off x="5677925" y="5112600"/>
            <a:ext cx="4888500" cy="296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Impediment Log</a:t>
            </a:r>
            <a:endParaRPr b="1">
              <a:solidFill>
                <a:schemeClr val="dk1"/>
              </a:solidFill>
              <a:latin typeface="Play"/>
              <a:ea typeface="Play"/>
              <a:cs typeface="Play"/>
              <a:sym typeface="Play"/>
            </a:endParaRPr>
          </a:p>
          <a:p>
            <a:pPr indent="0" lvl="0" marL="0" rtl="0" algn="l">
              <a:lnSpc>
                <a:spcPct val="115000"/>
              </a:lnSpc>
              <a:spcBef>
                <a:spcPts val="1400"/>
              </a:spcBef>
              <a:spcAft>
                <a:spcPts val="0"/>
              </a:spcAft>
              <a:buNone/>
            </a:pPr>
            <a:r>
              <a:rPr b="1" lang="en-US">
                <a:solidFill>
                  <a:schemeClr val="dk1"/>
                </a:solidFill>
                <a:latin typeface="Play"/>
                <a:ea typeface="Play"/>
                <a:cs typeface="Play"/>
                <a:sym typeface="Play"/>
              </a:rPr>
              <a:t>ID-007</a:t>
            </a:r>
            <a:endParaRPr b="1">
              <a:solidFill>
                <a:schemeClr val="dk1"/>
              </a:solidFill>
              <a:latin typeface="Play"/>
              <a:ea typeface="Play"/>
              <a:cs typeface="Play"/>
              <a:sym typeface="Play"/>
            </a:endParaRPr>
          </a:p>
          <a:p>
            <a:pPr indent="0" lvl="0" marL="0" rtl="0" algn="l">
              <a:lnSpc>
                <a:spcPct val="115000"/>
              </a:lnSpc>
              <a:spcBef>
                <a:spcPts val="1200"/>
              </a:spcBef>
              <a:spcAft>
                <a:spcPts val="1200"/>
              </a:spcAft>
              <a:buNone/>
            </a:pPr>
            <a:r>
              <a:rPr b="1" lang="en-US">
                <a:solidFill>
                  <a:schemeClr val="dk1"/>
                </a:solidFill>
                <a:latin typeface="Play"/>
                <a:ea typeface="Play"/>
                <a:cs typeface="Play"/>
                <a:sym typeface="Play"/>
              </a:rPr>
              <a:t>Fecha:</a:t>
            </a:r>
            <a:r>
              <a:rPr lang="en-US">
                <a:solidFill>
                  <a:schemeClr val="dk1"/>
                </a:solidFill>
                <a:latin typeface="Play"/>
                <a:ea typeface="Play"/>
                <a:cs typeface="Play"/>
                <a:sym typeface="Play"/>
              </a:rPr>
              <a:t> 12/10/2025</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Impedimento:</a:t>
            </a:r>
            <a:r>
              <a:rPr lang="en-US">
                <a:solidFill>
                  <a:schemeClr val="dk1"/>
                </a:solidFill>
                <a:latin typeface="Play"/>
                <a:ea typeface="Play"/>
                <a:cs typeface="Play"/>
                <a:sym typeface="Play"/>
              </a:rPr>
              <a:t> Resúmenes automáticos del evento no se generaban correctamente</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Plan de acción:</a:t>
            </a:r>
            <a:r>
              <a:rPr lang="en-US">
                <a:solidFill>
                  <a:schemeClr val="dk1"/>
                </a:solidFill>
                <a:latin typeface="Play"/>
                <a:ea typeface="Play"/>
                <a:cs typeface="Play"/>
                <a:sym typeface="Play"/>
              </a:rPr>
              <a:t> Ajustar modelo IA, mejorar prompts y revisar formato enviado a la API</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Responsable:</a:t>
            </a:r>
            <a:r>
              <a:rPr lang="en-US">
                <a:solidFill>
                  <a:schemeClr val="dk1"/>
                </a:solidFill>
                <a:latin typeface="Play"/>
                <a:ea typeface="Play"/>
                <a:cs typeface="Play"/>
                <a:sym typeface="Play"/>
              </a:rPr>
              <a:t> Alejandro Troncoso</a:t>
            </a:r>
            <a:br>
              <a:rPr lang="en-US">
                <a:solidFill>
                  <a:schemeClr val="dk1"/>
                </a:solidFill>
                <a:latin typeface="Play"/>
                <a:ea typeface="Play"/>
                <a:cs typeface="Play"/>
                <a:sym typeface="Play"/>
              </a:rPr>
            </a:br>
            <a:r>
              <a:rPr lang="en-US">
                <a:solidFill>
                  <a:schemeClr val="dk1"/>
                </a:solidFill>
                <a:latin typeface="Play"/>
                <a:ea typeface="Play"/>
                <a:cs typeface="Play"/>
                <a:sym typeface="Play"/>
              </a:rPr>
              <a:t> </a:t>
            </a:r>
            <a:r>
              <a:rPr b="1" lang="en-US">
                <a:solidFill>
                  <a:schemeClr val="dk1"/>
                </a:solidFill>
                <a:latin typeface="Play"/>
                <a:ea typeface="Play"/>
                <a:cs typeface="Play"/>
                <a:sym typeface="Play"/>
              </a:rPr>
              <a:t>Comentario:</a:t>
            </a:r>
            <a:r>
              <a:rPr lang="en-US">
                <a:solidFill>
                  <a:schemeClr val="dk1"/>
                </a:solidFill>
                <a:latin typeface="Play"/>
                <a:ea typeface="Play"/>
                <a:cs typeface="Play"/>
                <a:sym typeface="Play"/>
              </a:rPr>
              <a:t> El generador de resúmenes quedó funcionando de manera estable.</a:t>
            </a:r>
            <a:endParaRPr>
              <a:solidFill>
                <a:schemeClr val="dk1"/>
              </a:solidFill>
              <a:latin typeface="Play"/>
              <a:ea typeface="Play"/>
              <a:cs typeface="Play"/>
              <a:sym typeface="Play"/>
            </a:endParaRPr>
          </a:p>
        </p:txBody>
      </p:sp>
      <p:sp>
        <p:nvSpPr>
          <p:cNvPr id="2472" name="Google Shape;2472;g3a385751237_2_58"/>
          <p:cNvSpPr txBox="1"/>
          <p:nvPr/>
        </p:nvSpPr>
        <p:spPr>
          <a:xfrm>
            <a:off x="578825" y="273950"/>
            <a:ext cx="3000000" cy="7080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1200"/>
              </a:spcBef>
              <a:spcAft>
                <a:spcPts val="0"/>
              </a:spcAft>
              <a:buNone/>
            </a:pPr>
            <a:r>
              <a:rPr b="1" lang="en-US" sz="3400">
                <a:solidFill>
                  <a:schemeClr val="dk2"/>
                </a:solidFill>
                <a:latin typeface="Play"/>
                <a:ea typeface="Play"/>
                <a:cs typeface="Play"/>
                <a:sym typeface="Play"/>
              </a:rPr>
              <a:t>S</a:t>
            </a:r>
            <a:r>
              <a:rPr b="1" lang="en-US" sz="3400">
                <a:solidFill>
                  <a:schemeClr val="dk1"/>
                </a:solidFill>
                <a:latin typeface="Play"/>
                <a:ea typeface="Play"/>
                <a:cs typeface="Play"/>
                <a:sym typeface="Play"/>
              </a:rPr>
              <a:t>PRINT  7</a:t>
            </a:r>
            <a:endParaRPr sz="3200">
              <a:solidFill>
                <a:schemeClr val="dk1"/>
              </a:solidFill>
            </a:endParaRPr>
          </a:p>
        </p:txBody>
      </p:sp>
      <p:sp>
        <p:nvSpPr>
          <p:cNvPr id="2473" name="Google Shape;2473;g3a385751237_2_58"/>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7" name="Shape 2477"/>
        <p:cNvGrpSpPr/>
        <p:nvPr/>
      </p:nvGrpSpPr>
      <p:grpSpPr>
        <a:xfrm>
          <a:off x="0" y="0"/>
          <a:ext cx="0" cy="0"/>
          <a:chOff x="0" y="0"/>
          <a:chExt cx="0" cy="0"/>
        </a:xfrm>
      </p:grpSpPr>
      <p:sp>
        <p:nvSpPr>
          <p:cNvPr id="2478" name="Google Shape;2478;g3a385751237_0_37"/>
          <p:cNvSpPr/>
          <p:nvPr/>
        </p:nvSpPr>
        <p:spPr>
          <a:xfrm>
            <a:off x="5681850" y="2481450"/>
            <a:ext cx="3266700" cy="3266700"/>
          </a:xfrm>
          <a:prstGeom prst="ellipse">
            <a:avLst/>
          </a:prstGeom>
          <a:noFill/>
          <a:ln cap="flat" cmpd="sng" w="9525">
            <a:solidFill>
              <a:srgbClr val="3F93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79" name="Google Shape;2479;g3a385751237_0_37"/>
          <p:cNvSpPr/>
          <p:nvPr/>
        </p:nvSpPr>
        <p:spPr>
          <a:xfrm>
            <a:off x="5974200" y="2773800"/>
            <a:ext cx="2682000" cy="2682000"/>
          </a:xfrm>
          <a:prstGeom prst="ellipse">
            <a:avLst/>
          </a:prstGeom>
          <a:noFill/>
          <a:ln cap="flat" cmpd="sng" w="952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0" name="Google Shape;2480;g3a385751237_0_37"/>
          <p:cNvSpPr/>
          <p:nvPr/>
        </p:nvSpPr>
        <p:spPr>
          <a:xfrm>
            <a:off x="5393700" y="2193300"/>
            <a:ext cx="3843000" cy="3843000"/>
          </a:xfrm>
          <a:prstGeom prst="ellipse">
            <a:avLst/>
          </a:prstGeom>
          <a:no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1" name="Google Shape;2481;g3a385751237_0_37"/>
          <p:cNvSpPr/>
          <p:nvPr/>
        </p:nvSpPr>
        <p:spPr>
          <a:xfrm>
            <a:off x="6227250" y="3027000"/>
            <a:ext cx="2175900" cy="2175600"/>
          </a:xfrm>
          <a:prstGeom prst="ellipse">
            <a:avLst/>
          </a:prstGeom>
          <a:noFill/>
          <a:ln cap="flat" cmpd="sng" w="9525">
            <a:solidFill>
              <a:srgbClr val="FFE5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200"/>
          </a:p>
        </p:txBody>
      </p:sp>
      <p:sp>
        <p:nvSpPr>
          <p:cNvPr id="2482" name="Google Shape;2482;g3a385751237_0_37"/>
          <p:cNvSpPr txBox="1"/>
          <p:nvPr/>
        </p:nvSpPr>
        <p:spPr>
          <a:xfrm>
            <a:off x="6154050" y="3637650"/>
            <a:ext cx="2322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5000">
                <a:solidFill>
                  <a:schemeClr val="dk2"/>
                </a:solidFill>
              </a:rPr>
              <a:t>D</a:t>
            </a:r>
            <a:r>
              <a:rPr b="1" lang="en-US" sz="5000">
                <a:solidFill>
                  <a:schemeClr val="dk1"/>
                </a:solidFill>
              </a:rPr>
              <a:t>EMO</a:t>
            </a:r>
            <a:endParaRPr b="1" sz="5000">
              <a:solidFill>
                <a:schemeClr val="dk1"/>
              </a:solidFill>
            </a:endParaRPr>
          </a:p>
        </p:txBody>
      </p:sp>
      <p:sp>
        <p:nvSpPr>
          <p:cNvPr id="2483" name="Google Shape;2483;g3a385751237_0_37"/>
          <p:cNvSpPr/>
          <p:nvPr/>
        </p:nvSpPr>
        <p:spPr>
          <a:xfrm>
            <a:off x="355325" y="1037150"/>
            <a:ext cx="1478700" cy="1478700"/>
          </a:xfrm>
          <a:prstGeom prst="ellipse">
            <a:avLst/>
          </a:prstGeom>
          <a:solidFill>
            <a:srgbClr val="5538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4" name="Google Shape;2484;g3a385751237_0_37"/>
          <p:cNvSpPr/>
          <p:nvPr/>
        </p:nvSpPr>
        <p:spPr>
          <a:xfrm>
            <a:off x="12328125" y="261150"/>
            <a:ext cx="1478700" cy="1478700"/>
          </a:xfrm>
          <a:prstGeom prst="ellipse">
            <a:avLst/>
          </a:prstGeom>
          <a:solidFill>
            <a:srgbClr val="6D618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5" name="Google Shape;2485;g3a385751237_0_37"/>
          <p:cNvSpPr/>
          <p:nvPr/>
        </p:nvSpPr>
        <p:spPr>
          <a:xfrm>
            <a:off x="270450" y="6625875"/>
            <a:ext cx="1478700" cy="1478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6" name="Google Shape;2486;g3a385751237_0_37"/>
          <p:cNvSpPr/>
          <p:nvPr/>
        </p:nvSpPr>
        <p:spPr>
          <a:xfrm>
            <a:off x="11277050" y="2606988"/>
            <a:ext cx="638400" cy="698400"/>
          </a:xfrm>
          <a:prstGeom prst="ellipse">
            <a:avLst/>
          </a:prstGeom>
          <a:solidFill>
            <a:srgbClr val="55386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7" name="Google Shape;2487;g3a385751237_0_37"/>
          <p:cNvSpPr/>
          <p:nvPr/>
        </p:nvSpPr>
        <p:spPr>
          <a:xfrm>
            <a:off x="5248100" y="261150"/>
            <a:ext cx="1478700" cy="1478700"/>
          </a:xfrm>
          <a:prstGeom prst="ellipse">
            <a:avLst/>
          </a:prstGeom>
          <a:solidFill>
            <a:srgbClr val="BDB9D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8" name="Google Shape;2488;g3a385751237_0_37"/>
          <p:cNvSpPr/>
          <p:nvPr/>
        </p:nvSpPr>
        <p:spPr>
          <a:xfrm>
            <a:off x="3704175" y="5202588"/>
            <a:ext cx="638400" cy="698400"/>
          </a:xfrm>
          <a:prstGeom prst="ellipse">
            <a:avLst/>
          </a:prstGeom>
          <a:solidFill>
            <a:srgbClr val="6D618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9" name="Google Shape;2489;g3a385751237_0_37"/>
          <p:cNvSpPr/>
          <p:nvPr/>
        </p:nvSpPr>
        <p:spPr>
          <a:xfrm>
            <a:off x="12533200" y="6547013"/>
            <a:ext cx="638400" cy="698400"/>
          </a:xfrm>
          <a:prstGeom prst="ellipse">
            <a:avLst/>
          </a:prstGeom>
          <a:solidFill>
            <a:srgbClr val="050A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0" name="Google Shape;2490;g3a385751237_0_37"/>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5" name="Shape 2495"/>
        <p:cNvGrpSpPr/>
        <p:nvPr/>
      </p:nvGrpSpPr>
      <p:grpSpPr>
        <a:xfrm>
          <a:off x="0" y="0"/>
          <a:ext cx="0" cy="0"/>
          <a:chOff x="0" y="0"/>
          <a:chExt cx="0" cy="0"/>
        </a:xfrm>
      </p:grpSpPr>
      <p:sp>
        <p:nvSpPr>
          <p:cNvPr id="2496" name="Google Shape;2496;p16"/>
          <p:cNvSpPr/>
          <p:nvPr/>
        </p:nvSpPr>
        <p:spPr>
          <a:xfrm>
            <a:off x="9774967" y="2039050"/>
            <a:ext cx="4171800" cy="37917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497" name="Google Shape;2497;p16"/>
          <p:cNvSpPr/>
          <p:nvPr/>
        </p:nvSpPr>
        <p:spPr>
          <a:xfrm>
            <a:off x="5059900" y="2039050"/>
            <a:ext cx="4536300" cy="4270200"/>
          </a:xfrm>
          <a:prstGeom prst="roundRect">
            <a:avLst>
              <a:gd fmla="val 16667" name="adj"/>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498" name="Google Shape;2498;p16"/>
          <p:cNvSpPr/>
          <p:nvPr/>
        </p:nvSpPr>
        <p:spPr>
          <a:xfrm>
            <a:off x="359575" y="2039050"/>
            <a:ext cx="4536300" cy="4467000"/>
          </a:xfrm>
          <a:prstGeom prst="roundRect">
            <a:avLst>
              <a:gd fmla="val 16667" name="adj"/>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DM Sans"/>
              <a:ea typeface="DM Sans"/>
              <a:cs typeface="DM Sans"/>
              <a:sym typeface="DM Sans"/>
            </a:endParaRPr>
          </a:p>
        </p:txBody>
      </p:sp>
      <p:sp>
        <p:nvSpPr>
          <p:cNvPr id="2499" name="Google Shape;2499;p16"/>
          <p:cNvSpPr/>
          <p:nvPr/>
        </p:nvSpPr>
        <p:spPr>
          <a:xfrm>
            <a:off x="779284" y="686875"/>
            <a:ext cx="11590200" cy="654900"/>
          </a:xfrm>
          <a:prstGeom prst="rect">
            <a:avLst/>
          </a:prstGeom>
          <a:noFill/>
          <a:ln>
            <a:noFill/>
          </a:ln>
        </p:spPr>
        <p:txBody>
          <a:bodyPr anchorCtr="0" anchor="t" bIns="0" lIns="0" spcFirstLastPara="1" rIns="0" wrap="square" tIns="0">
            <a:noAutofit/>
          </a:bodyPr>
          <a:lstStyle/>
          <a:p>
            <a:pPr indent="0" lvl="0" marL="0" marR="0" rtl="0" algn="ctr">
              <a:lnSpc>
                <a:spcPct val="125609"/>
              </a:lnSpc>
              <a:spcBef>
                <a:spcPts val="0"/>
              </a:spcBef>
              <a:spcAft>
                <a:spcPts val="0"/>
              </a:spcAft>
              <a:buClr>
                <a:srgbClr val="FFFFFF"/>
              </a:buClr>
              <a:buSzPts val="4100"/>
              <a:buFont typeface="Nunito SemiBold"/>
              <a:buNone/>
            </a:pPr>
            <a:r>
              <a:rPr lang="en-US" sz="4100">
                <a:solidFill>
                  <a:schemeClr val="dk2"/>
                </a:solidFill>
                <a:latin typeface="Nunito SemiBold"/>
                <a:ea typeface="Nunito SemiBold"/>
                <a:cs typeface="Nunito SemiBold"/>
                <a:sym typeface="Nunito SemiBold"/>
              </a:rPr>
              <a:t>C</a:t>
            </a:r>
            <a:r>
              <a:rPr lang="en-US" sz="4100">
                <a:solidFill>
                  <a:schemeClr val="dk1"/>
                </a:solidFill>
                <a:latin typeface="Nunito SemiBold"/>
                <a:ea typeface="Nunito SemiBold"/>
                <a:cs typeface="Nunito SemiBold"/>
                <a:sym typeface="Nunito SemiBold"/>
              </a:rPr>
              <a:t>onclusión y Aprendizajes</a:t>
            </a:r>
            <a:endParaRPr sz="4100">
              <a:solidFill>
                <a:schemeClr val="dk1"/>
              </a:solidFill>
              <a:latin typeface="Calibri"/>
              <a:ea typeface="Calibri"/>
              <a:cs typeface="Calibri"/>
              <a:sym typeface="Calibri"/>
            </a:endParaRPr>
          </a:p>
        </p:txBody>
      </p:sp>
      <p:sp>
        <p:nvSpPr>
          <p:cNvPr id="2500" name="Google Shape;2500;p16"/>
          <p:cNvSpPr/>
          <p:nvPr/>
        </p:nvSpPr>
        <p:spPr>
          <a:xfrm>
            <a:off x="887549" y="2133631"/>
            <a:ext cx="2619732" cy="327422"/>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Iván Diaz</a:t>
            </a:r>
            <a:endParaRPr sz="2050">
              <a:solidFill>
                <a:schemeClr val="dk1"/>
              </a:solidFill>
              <a:latin typeface="Calibri"/>
              <a:ea typeface="Calibri"/>
              <a:cs typeface="Calibri"/>
              <a:sym typeface="Calibri"/>
            </a:endParaRPr>
          </a:p>
        </p:txBody>
      </p:sp>
      <p:sp>
        <p:nvSpPr>
          <p:cNvPr id="2501" name="Google Shape;2501;p16"/>
          <p:cNvSpPr/>
          <p:nvPr/>
        </p:nvSpPr>
        <p:spPr>
          <a:xfrm>
            <a:off x="678950" y="2465100"/>
            <a:ext cx="4262400" cy="4921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lang="en-US" sz="1550">
                <a:solidFill>
                  <a:schemeClr val="dk1"/>
                </a:solidFill>
                <a:latin typeface="PT Sans"/>
                <a:ea typeface="PT Sans"/>
                <a:cs typeface="PT Sans"/>
                <a:sym typeface="PT Sans"/>
              </a:rPr>
              <a:t>"</a:t>
            </a:r>
            <a:r>
              <a:rPr lang="en-US" sz="1550">
                <a:solidFill>
                  <a:schemeClr val="dk1"/>
                </a:solidFill>
                <a:latin typeface="PT Sans"/>
                <a:ea typeface="PT Sans"/>
                <a:cs typeface="PT Sans"/>
                <a:sym typeface="PT Sans"/>
              </a:rPr>
              <a:t>Desarrollar EventRadar fue una experiencia muy valiosa. Aunque Duoc nos entregó bases como Scrum y fundamentos de programación, este proyecto me impulsó a aprender por mi cuenta, React, mapas interactivos y Supabase. Ese proceso de investigar, probar y equivocarme me enseñó a ser más autónomo y a enfrentar desafíos reales del desarrollo. Más que el resultado final, rescato lo mucho que crecí a nivel técnico y personal durante todo el proyecto.</a:t>
            </a:r>
            <a:r>
              <a:rPr lang="en-US" sz="1550">
                <a:solidFill>
                  <a:schemeClr val="dk1"/>
                </a:solidFill>
                <a:latin typeface="PT Sans"/>
                <a:ea typeface="PT Sans"/>
                <a:cs typeface="PT Sans"/>
                <a:sym typeface="PT Sans"/>
              </a:rPr>
              <a:t>"</a:t>
            </a:r>
            <a:endParaRPr sz="1550">
              <a:solidFill>
                <a:schemeClr val="dk1"/>
              </a:solidFill>
              <a:latin typeface="Calibri"/>
              <a:ea typeface="Calibri"/>
              <a:cs typeface="Calibri"/>
              <a:sym typeface="Calibri"/>
            </a:endParaRPr>
          </a:p>
        </p:txBody>
      </p:sp>
      <p:sp>
        <p:nvSpPr>
          <p:cNvPr id="2502" name="Google Shape;2502;p16"/>
          <p:cNvSpPr/>
          <p:nvPr/>
        </p:nvSpPr>
        <p:spPr>
          <a:xfrm>
            <a:off x="5373604" y="2137672"/>
            <a:ext cx="2619732" cy="327422"/>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Diego Valenzuela</a:t>
            </a:r>
            <a:endParaRPr sz="2050">
              <a:solidFill>
                <a:schemeClr val="dk1"/>
              </a:solidFill>
              <a:latin typeface="Calibri"/>
              <a:ea typeface="Calibri"/>
              <a:cs typeface="Calibri"/>
              <a:sym typeface="Calibri"/>
            </a:endParaRPr>
          </a:p>
        </p:txBody>
      </p:sp>
      <p:sp>
        <p:nvSpPr>
          <p:cNvPr id="2503" name="Google Shape;2503;p16"/>
          <p:cNvSpPr/>
          <p:nvPr/>
        </p:nvSpPr>
        <p:spPr>
          <a:xfrm>
            <a:off x="5229225" y="2599000"/>
            <a:ext cx="4171800" cy="3555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lang="en-US">
                <a:latin typeface="DM Sans"/>
                <a:ea typeface="DM Sans"/>
                <a:cs typeface="DM Sans"/>
                <a:sym typeface="DM Sans"/>
              </a:rPr>
              <a:t>Si bien la formación en Duoc nos entregó una base sólida sobre el desarrollo de soluciones, este proyecto me hizo entender que nunca debemos quedarnos solo con lo aprendido. Nuestra profesión es vasta y evoluciona a un ritmo vertiginoso. La clave del desarrollo radica en la disciplina de la autoformación constante y en mantenerse activamente al corriente de las últimas tendencias y tecnologías del mercado</a:t>
            </a:r>
            <a:endParaRPr sz="2050">
              <a:solidFill>
                <a:schemeClr val="dk1"/>
              </a:solidFill>
              <a:latin typeface="DM Sans"/>
              <a:ea typeface="DM Sans"/>
              <a:cs typeface="DM Sans"/>
              <a:sym typeface="DM Sans"/>
            </a:endParaRPr>
          </a:p>
        </p:txBody>
      </p:sp>
      <p:sp>
        <p:nvSpPr>
          <p:cNvPr id="2504" name="Google Shape;2504;p16"/>
          <p:cNvSpPr/>
          <p:nvPr/>
        </p:nvSpPr>
        <p:spPr>
          <a:xfrm>
            <a:off x="10045926" y="2137672"/>
            <a:ext cx="2619600" cy="327300"/>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FFFFF"/>
              </a:buClr>
              <a:buSzPts val="2050"/>
              <a:buFont typeface="Nunito SemiBold"/>
              <a:buNone/>
            </a:pPr>
            <a:r>
              <a:rPr lang="en-US" sz="2050">
                <a:solidFill>
                  <a:schemeClr val="dk1"/>
                </a:solidFill>
                <a:latin typeface="Nunito SemiBold"/>
                <a:ea typeface="Nunito SemiBold"/>
                <a:cs typeface="Nunito SemiBold"/>
                <a:sym typeface="Nunito SemiBold"/>
              </a:rPr>
              <a:t>Alejandro Troncoso</a:t>
            </a:r>
            <a:endParaRPr sz="2050">
              <a:solidFill>
                <a:schemeClr val="dk1"/>
              </a:solidFill>
              <a:latin typeface="Calibri"/>
              <a:ea typeface="Calibri"/>
              <a:cs typeface="Calibri"/>
              <a:sym typeface="Calibri"/>
            </a:endParaRPr>
          </a:p>
        </p:txBody>
      </p:sp>
      <p:sp>
        <p:nvSpPr>
          <p:cNvPr id="2505" name="Google Shape;2505;p16"/>
          <p:cNvSpPr/>
          <p:nvPr/>
        </p:nvSpPr>
        <p:spPr>
          <a:xfrm>
            <a:off x="9865542" y="2703900"/>
            <a:ext cx="4171800" cy="28218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FFFFFF"/>
              </a:buClr>
              <a:buSzPts val="1750"/>
              <a:buFont typeface="PT Sans"/>
              <a:buNone/>
            </a:pPr>
            <a:r>
              <a:rPr lang="en-US" sz="1750">
                <a:solidFill>
                  <a:schemeClr val="dk1"/>
                </a:solidFill>
                <a:latin typeface="PT Sans"/>
                <a:ea typeface="PT Sans"/>
                <a:cs typeface="PT Sans"/>
                <a:sym typeface="PT Sans"/>
              </a:rPr>
              <a:t>Este proyecto me permitió fortalecer mis habilidades para organizar información y diseñar soluciones más claras y accesibles. Aprendí a centrarme en las necesidades reales de los usuarios y a crear una propuesta práctica que mejora su experiencia</a:t>
            </a:r>
            <a:endParaRPr sz="1750">
              <a:solidFill>
                <a:schemeClr val="dk1"/>
              </a:solidFill>
              <a:latin typeface="PT Sans"/>
              <a:ea typeface="PT Sans"/>
              <a:cs typeface="PT Sans"/>
              <a:sym typeface="PT Sans"/>
            </a:endParaRPr>
          </a:p>
        </p:txBody>
      </p:sp>
      <p:sp>
        <p:nvSpPr>
          <p:cNvPr id="2506" name="Google Shape;2506;p16"/>
          <p:cNvSpPr txBox="1"/>
          <p:nvPr>
            <p:ph idx="12" type="sldNum"/>
          </p:nvPr>
        </p:nvSpPr>
        <p:spPr>
          <a:xfrm>
            <a:off x="13690854" y="7599761"/>
            <a:ext cx="877800" cy="630000"/>
          </a:xfrm>
          <a:prstGeom prst="rect">
            <a:avLst/>
          </a:prstGeom>
        </p:spPr>
        <p:txBody>
          <a:bodyPr anchorCtr="0" anchor="t" bIns="134100" lIns="134100" spcFirstLastPara="1" rIns="134100" wrap="square" tIns="134100">
            <a:noAutofit/>
          </a:bodyPr>
          <a:lstStyle/>
          <a:p>
            <a:pPr indent="0" lvl="0" marL="0" rtl="0" algn="r">
              <a:spcBef>
                <a:spcPts val="0"/>
              </a:spcBef>
              <a:spcAft>
                <a:spcPts val="0"/>
              </a:spcAft>
              <a:buNone/>
            </a:pPr>
            <a:fld id="{00000000-1234-1234-1234-123412341234}" type="slidenum">
              <a:rPr lang="en-US"/>
              <a:t>‹#›</a:t>
            </a:fld>
            <a:endParaRPr/>
          </a:p>
        </p:txBody>
      </p:sp>
      <p:pic>
        <p:nvPicPr>
          <p:cNvPr id="2507" name="Google Shape;2507;p16" title="ChatGPT Image 17 nov 2025, 21_29_35.png"/>
          <p:cNvPicPr preferRelativeResize="0"/>
          <p:nvPr/>
        </p:nvPicPr>
        <p:blipFill>
          <a:blip r:embed="rId3">
            <a:alphaModFix/>
          </a:blip>
          <a:stretch>
            <a:fillRect/>
          </a:stretch>
        </p:blipFill>
        <p:spPr>
          <a:xfrm>
            <a:off x="1779825" y="6506000"/>
            <a:ext cx="1727452" cy="1727452"/>
          </a:xfrm>
          <a:prstGeom prst="rect">
            <a:avLst/>
          </a:prstGeom>
          <a:noFill/>
          <a:ln>
            <a:noFill/>
          </a:ln>
        </p:spPr>
      </p:pic>
      <p:pic>
        <p:nvPicPr>
          <p:cNvPr id="2508" name="Google Shape;2508;p16" title="ChatGPT Image 17 nov 2025, 21_47_01.png"/>
          <p:cNvPicPr preferRelativeResize="0"/>
          <p:nvPr/>
        </p:nvPicPr>
        <p:blipFill>
          <a:blip r:embed="rId4">
            <a:alphaModFix/>
          </a:blip>
          <a:stretch>
            <a:fillRect/>
          </a:stretch>
        </p:blipFill>
        <p:spPr>
          <a:xfrm>
            <a:off x="6327375" y="6509703"/>
            <a:ext cx="1727450" cy="1720048"/>
          </a:xfrm>
          <a:prstGeom prst="rect">
            <a:avLst/>
          </a:prstGeom>
          <a:noFill/>
          <a:ln>
            <a:noFill/>
          </a:ln>
        </p:spPr>
      </p:pic>
      <p:pic>
        <p:nvPicPr>
          <p:cNvPr id="2509" name="Google Shape;2509;p16" title="ChatGPT Image 17 nov 2025, 21_53_40.png"/>
          <p:cNvPicPr preferRelativeResize="0"/>
          <p:nvPr/>
        </p:nvPicPr>
        <p:blipFill>
          <a:blip r:embed="rId5">
            <a:alphaModFix/>
          </a:blip>
          <a:stretch>
            <a:fillRect/>
          </a:stretch>
        </p:blipFill>
        <p:spPr>
          <a:xfrm>
            <a:off x="10901475" y="6423325"/>
            <a:ext cx="1727450" cy="17183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oad Traffic Accident Reporting App Pitch Deck by Slidesgo">
  <a:themeElements>
    <a:clrScheme name="Simple Light">
      <a:dk1>
        <a:srgbClr val="553868"/>
      </a:dk1>
      <a:lt1>
        <a:srgbClr val="D2D1EE"/>
      </a:lt1>
      <a:dk2>
        <a:srgbClr val="FF9900"/>
      </a:dk2>
      <a:lt2>
        <a:srgbClr val="8162A7"/>
      </a:lt2>
      <a:accent1>
        <a:srgbClr val="897FBB"/>
      </a:accent1>
      <a:accent2>
        <a:srgbClr val="8F8BCF"/>
      </a:accent2>
      <a:accent3>
        <a:srgbClr val="C3AED5"/>
      </a:accent3>
      <a:accent4>
        <a:srgbClr val="D4C7E3"/>
      </a:accent4>
      <a:accent5>
        <a:srgbClr val="FFFFFF"/>
      </a:accent5>
      <a:accent6>
        <a:srgbClr val="FFFFFF"/>
      </a:accent6>
      <a:hlink>
        <a:srgbClr val="55386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2025-10-17T17:50:11Z</dcterms:created>
  <dc:creator>Joaquin Garrido</dc:creator>
</cp:coreProperties>
</file>